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2" r:id="rId5"/>
    <p:sldId id="265" r:id="rId6"/>
    <p:sldId id="264" r:id="rId7"/>
    <p:sldId id="260" r:id="rId8"/>
    <p:sldId id="258" r:id="rId9"/>
    <p:sldId id="259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B135A1-41B4-467F-8AC4-AF4F8B1280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708C8B8F-9229-414C-8164-6BFF7BC1F0F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sz="1600" dirty="0">
              <a:latin typeface="Amasis MT Pro Black" panose="02040A04050005020304" pitchFamily="18" charset="0"/>
            </a:rPr>
            <a:t>a </a:t>
          </a:r>
          <a:r>
            <a:rPr lang="pt-BR" sz="1600" dirty="0" err="1">
              <a:latin typeface="Amasis MT Pro Black" panose="02040A04050005020304" pitchFamily="18" charset="0"/>
            </a:rPr>
            <a:t>Iuca</a:t>
          </a:r>
          <a:r>
            <a:rPr lang="pt-BR" sz="1600" dirty="0">
              <a:latin typeface="Amasis MT Pro Black" panose="02040A04050005020304" pitchFamily="18" charset="0"/>
            </a:rPr>
            <a:t> tem uma aparência estranha. </a:t>
          </a:r>
        </a:p>
        <a:p>
          <a:pPr>
            <a:lnSpc>
              <a:spcPct val="100000"/>
            </a:lnSpc>
            <a:defRPr cap="all"/>
          </a:pPr>
          <a:r>
            <a:rPr lang="pt-BR" sz="1600" dirty="0">
              <a:latin typeface="Amasis MT Pro Black" panose="02040A04050005020304" pitchFamily="18" charset="0"/>
            </a:rPr>
            <a:t>Pensou que esta arvore não existia na redondeza!</a:t>
          </a:r>
          <a:endParaRPr lang="en-US" sz="1600" dirty="0">
            <a:latin typeface="Amasis MT Pro Black" panose="02040A04050005020304" pitchFamily="18" charset="0"/>
          </a:endParaRPr>
        </a:p>
      </dgm:t>
    </dgm:pt>
    <dgm:pt modelId="{490D0F09-439B-410B-A7E9-DAB30E68F221}" type="parTrans" cxnId="{38F6C80A-BD6A-43D8-A73A-FDDC093A0326}">
      <dgm:prSet/>
      <dgm:spPr/>
      <dgm:t>
        <a:bodyPr/>
        <a:lstStyle/>
        <a:p>
          <a:endParaRPr lang="en-US"/>
        </a:p>
      </dgm:t>
    </dgm:pt>
    <dgm:pt modelId="{299B1CF0-713D-4C2F-B561-F46D8C5A19E7}" type="sibTrans" cxnId="{38F6C80A-BD6A-43D8-A73A-FDDC093A0326}">
      <dgm:prSet/>
      <dgm:spPr/>
      <dgm:t>
        <a:bodyPr/>
        <a:lstStyle/>
        <a:p>
          <a:endParaRPr lang="en-US"/>
        </a:p>
      </dgm:t>
    </dgm:pt>
    <dgm:pt modelId="{3276C2F9-FED1-4C56-964D-EA4012BD428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sz="1600" dirty="0">
              <a:latin typeface="Amasis MT Pro Black" panose="02040A04050005020304" pitchFamily="18" charset="0"/>
            </a:rPr>
            <a:t>E pensou consigo mesma:</a:t>
          </a:r>
        </a:p>
        <a:p>
          <a:pPr>
            <a:lnSpc>
              <a:spcPct val="100000"/>
            </a:lnSpc>
            <a:defRPr cap="all"/>
          </a:pPr>
          <a:r>
            <a:rPr lang="pt-BR" sz="1600" dirty="0">
              <a:latin typeface="Amasis MT Pro Black" panose="02040A04050005020304" pitchFamily="18" charset="0"/>
            </a:rPr>
            <a:t> </a:t>
          </a:r>
          <a:r>
            <a:rPr lang="pt-BR" sz="1600" i="1" dirty="0">
              <a:latin typeface="Amasis MT Pro Black" panose="02040A04050005020304" pitchFamily="18" charset="0"/>
            </a:rPr>
            <a:t>“Eu saberia se já tivesse visto uma arvore assim e nunca vi uma antes”</a:t>
          </a:r>
          <a:r>
            <a:rPr lang="pt-BR" sz="1600" dirty="0">
              <a:latin typeface="Amasis MT Pro Black" panose="02040A04050005020304" pitchFamily="18" charset="0"/>
            </a:rPr>
            <a:t> </a:t>
          </a:r>
          <a:endParaRPr lang="en-US" sz="1600" dirty="0">
            <a:latin typeface="Amasis MT Pro Black" panose="02040A04050005020304" pitchFamily="18" charset="0"/>
          </a:endParaRPr>
        </a:p>
      </dgm:t>
    </dgm:pt>
    <dgm:pt modelId="{0B616E0E-BE09-428C-9FDB-BFCD7F4D659A}" type="parTrans" cxnId="{7C53D8AC-D3FB-49FD-88F6-1C7998AAB6C3}">
      <dgm:prSet/>
      <dgm:spPr/>
      <dgm:t>
        <a:bodyPr/>
        <a:lstStyle/>
        <a:p>
          <a:endParaRPr lang="en-US"/>
        </a:p>
      </dgm:t>
    </dgm:pt>
    <dgm:pt modelId="{73196D8F-E4A2-496B-AC72-8B043A69AFFE}" type="sibTrans" cxnId="{7C53D8AC-D3FB-49FD-88F6-1C7998AAB6C3}">
      <dgm:prSet/>
      <dgm:spPr/>
      <dgm:t>
        <a:bodyPr/>
        <a:lstStyle/>
        <a:p>
          <a:endParaRPr lang="en-US"/>
        </a:p>
      </dgm:t>
    </dgm:pt>
    <dgm:pt modelId="{EF9086A7-31CD-4FAE-A7DC-7FD41DBCD14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sz="1600">
              <a:latin typeface="Amasis MT Pro Black" panose="02040A04050005020304" pitchFamily="18" charset="0"/>
            </a:rPr>
            <a:t>Qual foi a sua surpresa quando saiu pelas ruas?</a:t>
          </a:r>
          <a:endParaRPr lang="en-US" sz="1600" dirty="0">
            <a:latin typeface="Amasis MT Pro Black" panose="02040A04050005020304" pitchFamily="18" charset="0"/>
          </a:endParaRPr>
        </a:p>
      </dgm:t>
    </dgm:pt>
    <dgm:pt modelId="{15F72A43-9C27-4645-8C67-19A86FB25946}" type="parTrans" cxnId="{59AB5165-6014-423B-BC66-C9B1DBEADF8E}">
      <dgm:prSet/>
      <dgm:spPr/>
      <dgm:t>
        <a:bodyPr/>
        <a:lstStyle/>
        <a:p>
          <a:endParaRPr lang="en-US"/>
        </a:p>
      </dgm:t>
    </dgm:pt>
    <dgm:pt modelId="{E2D22443-C046-4D52-A555-C90BEA11FD0D}" type="sibTrans" cxnId="{59AB5165-6014-423B-BC66-C9B1DBEADF8E}">
      <dgm:prSet/>
      <dgm:spPr/>
      <dgm:t>
        <a:bodyPr/>
        <a:lstStyle/>
        <a:p>
          <a:endParaRPr lang="en-US"/>
        </a:p>
      </dgm:t>
    </dgm:pt>
    <dgm:pt modelId="{B8AB0EE8-D545-4D24-9740-41DF0C44320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sz="1600">
              <a:latin typeface="Amasis MT Pro Black" panose="02040A04050005020304" pitchFamily="18" charset="0"/>
            </a:rPr>
            <a:t>Mais de 80% das casas tinham esta tal arvore!</a:t>
          </a:r>
          <a:endParaRPr lang="en-US" sz="1600" dirty="0">
            <a:latin typeface="Amasis MT Pro Black" panose="02040A04050005020304" pitchFamily="18" charset="0"/>
          </a:endParaRPr>
        </a:p>
      </dgm:t>
    </dgm:pt>
    <dgm:pt modelId="{036CAA89-D209-4EAE-A02E-F04E1EE6B1B3}" type="parTrans" cxnId="{AE2A4E64-015E-4A9E-9604-58CB555D11B6}">
      <dgm:prSet/>
      <dgm:spPr/>
      <dgm:t>
        <a:bodyPr/>
        <a:lstStyle/>
        <a:p>
          <a:endParaRPr lang="en-US"/>
        </a:p>
      </dgm:t>
    </dgm:pt>
    <dgm:pt modelId="{03393F39-7DEF-4A61-92B9-7C28C25C7555}" type="sibTrans" cxnId="{AE2A4E64-015E-4A9E-9604-58CB555D11B6}">
      <dgm:prSet/>
      <dgm:spPr/>
      <dgm:t>
        <a:bodyPr/>
        <a:lstStyle/>
        <a:p>
          <a:endParaRPr lang="en-US"/>
        </a:p>
      </dgm:t>
    </dgm:pt>
    <dgm:pt modelId="{FE8795D8-461A-45AF-8FB2-D25BED23B5BB}" type="pres">
      <dgm:prSet presAssocID="{5AB135A1-41B4-467F-8AC4-AF4F8B1280AF}" presName="root" presStyleCnt="0">
        <dgm:presLayoutVars>
          <dgm:dir/>
          <dgm:resizeHandles val="exact"/>
        </dgm:presLayoutVars>
      </dgm:prSet>
      <dgm:spPr/>
    </dgm:pt>
    <dgm:pt modelId="{3F742C18-36C3-44BA-83F6-77BBD3E14A62}" type="pres">
      <dgm:prSet presAssocID="{708C8B8F-9229-414C-8164-6BFF7BC1F0F4}" presName="compNode" presStyleCnt="0"/>
      <dgm:spPr/>
    </dgm:pt>
    <dgm:pt modelId="{E976D71B-8D21-48FC-99F8-5B7413171E9C}" type="pres">
      <dgm:prSet presAssocID="{708C8B8F-9229-414C-8164-6BFF7BC1F0F4}" presName="iconBgRect" presStyleLbl="bgShp" presStyleIdx="0" presStyleCnt="4"/>
      <dgm:spPr/>
    </dgm:pt>
    <dgm:pt modelId="{1695FD20-6268-4A3B-91B6-1087E9F23206}" type="pres">
      <dgm:prSet presAssocID="{708C8B8F-9229-414C-8164-6BFF7BC1F0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pas"/>
        </a:ext>
      </dgm:extLst>
    </dgm:pt>
    <dgm:pt modelId="{E2B841D2-5D64-4BF7-AD08-FD88BD9448E5}" type="pres">
      <dgm:prSet presAssocID="{708C8B8F-9229-414C-8164-6BFF7BC1F0F4}" presName="spaceRect" presStyleCnt="0"/>
      <dgm:spPr/>
    </dgm:pt>
    <dgm:pt modelId="{67A35C50-FDF7-4056-B4A1-39EC92A8B28F}" type="pres">
      <dgm:prSet presAssocID="{708C8B8F-9229-414C-8164-6BFF7BC1F0F4}" presName="textRect" presStyleLbl="revTx" presStyleIdx="0" presStyleCnt="4">
        <dgm:presLayoutVars>
          <dgm:chMax val="1"/>
          <dgm:chPref val="1"/>
        </dgm:presLayoutVars>
      </dgm:prSet>
      <dgm:spPr/>
    </dgm:pt>
    <dgm:pt modelId="{4BEAB1F4-CDDC-438A-8E0F-6B269E290AB1}" type="pres">
      <dgm:prSet presAssocID="{299B1CF0-713D-4C2F-B561-F46D8C5A19E7}" presName="sibTrans" presStyleCnt="0"/>
      <dgm:spPr/>
    </dgm:pt>
    <dgm:pt modelId="{E58B1CC6-3850-47DE-87CC-D64E1E0466B0}" type="pres">
      <dgm:prSet presAssocID="{3276C2F9-FED1-4C56-964D-EA4012BD4286}" presName="compNode" presStyleCnt="0"/>
      <dgm:spPr/>
    </dgm:pt>
    <dgm:pt modelId="{FC492C25-45DC-495C-8C7E-4256C1198DED}" type="pres">
      <dgm:prSet presAssocID="{3276C2F9-FED1-4C56-964D-EA4012BD4286}" presName="iconBgRect" presStyleLbl="bgShp" presStyleIdx="1" presStyleCnt="4"/>
      <dgm:spPr/>
    </dgm:pt>
    <dgm:pt modelId="{C146C0CD-C69B-4DA7-9930-AC5B5E9BA93F}" type="pres">
      <dgm:prSet presAssocID="{3276C2F9-FED1-4C56-964D-EA4012BD428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7B77937E-6ECE-4002-8D98-29FB01E0AEF2}" type="pres">
      <dgm:prSet presAssocID="{3276C2F9-FED1-4C56-964D-EA4012BD4286}" presName="spaceRect" presStyleCnt="0"/>
      <dgm:spPr/>
    </dgm:pt>
    <dgm:pt modelId="{1D0FE33D-F669-40D0-93C3-EF49028EFD82}" type="pres">
      <dgm:prSet presAssocID="{3276C2F9-FED1-4C56-964D-EA4012BD4286}" presName="textRect" presStyleLbl="revTx" presStyleIdx="1" presStyleCnt="4">
        <dgm:presLayoutVars>
          <dgm:chMax val="1"/>
          <dgm:chPref val="1"/>
        </dgm:presLayoutVars>
      </dgm:prSet>
      <dgm:spPr/>
    </dgm:pt>
    <dgm:pt modelId="{6477DAB8-96D9-4593-B2F3-4BBF3E88580C}" type="pres">
      <dgm:prSet presAssocID="{73196D8F-E4A2-496B-AC72-8B043A69AFFE}" presName="sibTrans" presStyleCnt="0"/>
      <dgm:spPr/>
    </dgm:pt>
    <dgm:pt modelId="{4F5675FC-30D0-4A35-BA3A-1CED57C37EC9}" type="pres">
      <dgm:prSet presAssocID="{EF9086A7-31CD-4FAE-A7DC-7FD41DBCD140}" presName="compNode" presStyleCnt="0"/>
      <dgm:spPr/>
    </dgm:pt>
    <dgm:pt modelId="{CA6857E3-FCB9-4073-8B75-7EC7AEF9F60A}" type="pres">
      <dgm:prSet presAssocID="{EF9086A7-31CD-4FAE-A7DC-7FD41DBCD140}" presName="iconBgRect" presStyleLbl="bgShp" presStyleIdx="2" presStyleCnt="4"/>
      <dgm:spPr/>
    </dgm:pt>
    <dgm:pt modelId="{A44A000B-C8CD-4163-8523-BD75D3ED62BE}" type="pres">
      <dgm:prSet presAssocID="{EF9086A7-31CD-4FAE-A7DC-7FD41DBCD14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inho de bebê"/>
        </a:ext>
      </dgm:extLst>
    </dgm:pt>
    <dgm:pt modelId="{8D37F786-A588-4120-AD41-A666626DF4A0}" type="pres">
      <dgm:prSet presAssocID="{EF9086A7-31CD-4FAE-A7DC-7FD41DBCD140}" presName="spaceRect" presStyleCnt="0"/>
      <dgm:spPr/>
    </dgm:pt>
    <dgm:pt modelId="{5B57E814-8C76-4C7A-885D-4B9C734F4E1E}" type="pres">
      <dgm:prSet presAssocID="{EF9086A7-31CD-4FAE-A7DC-7FD41DBCD140}" presName="textRect" presStyleLbl="revTx" presStyleIdx="2" presStyleCnt="4">
        <dgm:presLayoutVars>
          <dgm:chMax val="1"/>
          <dgm:chPref val="1"/>
        </dgm:presLayoutVars>
      </dgm:prSet>
      <dgm:spPr/>
    </dgm:pt>
    <dgm:pt modelId="{1DDAABDF-93D3-46B0-8CB1-309B8980A6AC}" type="pres">
      <dgm:prSet presAssocID="{E2D22443-C046-4D52-A555-C90BEA11FD0D}" presName="sibTrans" presStyleCnt="0"/>
      <dgm:spPr/>
    </dgm:pt>
    <dgm:pt modelId="{89BF784C-B133-4C9C-8724-88FFDA9E161E}" type="pres">
      <dgm:prSet presAssocID="{B8AB0EE8-D545-4D24-9740-41DF0C44320B}" presName="compNode" presStyleCnt="0"/>
      <dgm:spPr/>
    </dgm:pt>
    <dgm:pt modelId="{363C6C1A-4693-4DC1-85E4-F66AD9A87619}" type="pres">
      <dgm:prSet presAssocID="{B8AB0EE8-D545-4D24-9740-41DF0C44320B}" presName="iconBgRect" presStyleLbl="bgShp" presStyleIdx="3" presStyleCnt="4"/>
      <dgm:spPr/>
    </dgm:pt>
    <dgm:pt modelId="{BFC9109E-5D22-4D09-B3BB-70FDAA3B9CE9}" type="pres">
      <dgm:prSet presAssocID="{B8AB0EE8-D545-4D24-9740-41DF0C4432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543016FE-CBA9-431A-A6BC-BA3A7544C9E2}" type="pres">
      <dgm:prSet presAssocID="{B8AB0EE8-D545-4D24-9740-41DF0C44320B}" presName="spaceRect" presStyleCnt="0"/>
      <dgm:spPr/>
    </dgm:pt>
    <dgm:pt modelId="{2EC1A630-B4F9-452C-B24C-39DB5B5298F2}" type="pres">
      <dgm:prSet presAssocID="{B8AB0EE8-D545-4D24-9740-41DF0C4432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8F6C80A-BD6A-43D8-A73A-FDDC093A0326}" srcId="{5AB135A1-41B4-467F-8AC4-AF4F8B1280AF}" destId="{708C8B8F-9229-414C-8164-6BFF7BC1F0F4}" srcOrd="0" destOrd="0" parTransId="{490D0F09-439B-410B-A7E9-DAB30E68F221}" sibTransId="{299B1CF0-713D-4C2F-B561-F46D8C5A19E7}"/>
    <dgm:cxn modelId="{22FBC219-DAE1-46AA-B06F-C41039024552}" type="presOf" srcId="{708C8B8F-9229-414C-8164-6BFF7BC1F0F4}" destId="{67A35C50-FDF7-4056-B4A1-39EC92A8B28F}" srcOrd="0" destOrd="0" presId="urn:microsoft.com/office/officeart/2018/5/layout/IconCircleLabelList"/>
    <dgm:cxn modelId="{1379BF41-BD94-4D6F-9A2F-5CA4D0DC5D47}" type="presOf" srcId="{EF9086A7-31CD-4FAE-A7DC-7FD41DBCD140}" destId="{5B57E814-8C76-4C7A-885D-4B9C734F4E1E}" srcOrd="0" destOrd="0" presId="urn:microsoft.com/office/officeart/2018/5/layout/IconCircleLabelList"/>
    <dgm:cxn modelId="{AE2A4E64-015E-4A9E-9604-58CB555D11B6}" srcId="{5AB135A1-41B4-467F-8AC4-AF4F8B1280AF}" destId="{B8AB0EE8-D545-4D24-9740-41DF0C44320B}" srcOrd="3" destOrd="0" parTransId="{036CAA89-D209-4EAE-A02E-F04E1EE6B1B3}" sibTransId="{03393F39-7DEF-4A61-92B9-7C28C25C7555}"/>
    <dgm:cxn modelId="{59AB5165-6014-423B-BC66-C9B1DBEADF8E}" srcId="{5AB135A1-41B4-467F-8AC4-AF4F8B1280AF}" destId="{EF9086A7-31CD-4FAE-A7DC-7FD41DBCD140}" srcOrd="2" destOrd="0" parTransId="{15F72A43-9C27-4645-8C67-19A86FB25946}" sibTransId="{E2D22443-C046-4D52-A555-C90BEA11FD0D}"/>
    <dgm:cxn modelId="{D5C7EB95-EEB7-4049-A1CE-6C2CFAD64C92}" type="presOf" srcId="{B8AB0EE8-D545-4D24-9740-41DF0C44320B}" destId="{2EC1A630-B4F9-452C-B24C-39DB5B5298F2}" srcOrd="0" destOrd="0" presId="urn:microsoft.com/office/officeart/2018/5/layout/IconCircleLabelList"/>
    <dgm:cxn modelId="{7C53D8AC-D3FB-49FD-88F6-1C7998AAB6C3}" srcId="{5AB135A1-41B4-467F-8AC4-AF4F8B1280AF}" destId="{3276C2F9-FED1-4C56-964D-EA4012BD4286}" srcOrd="1" destOrd="0" parTransId="{0B616E0E-BE09-428C-9FDB-BFCD7F4D659A}" sibTransId="{73196D8F-E4A2-496B-AC72-8B043A69AFFE}"/>
    <dgm:cxn modelId="{9B9CC8BF-7021-4AB3-A517-8B6CA2111C69}" type="presOf" srcId="{3276C2F9-FED1-4C56-964D-EA4012BD4286}" destId="{1D0FE33D-F669-40D0-93C3-EF49028EFD82}" srcOrd="0" destOrd="0" presId="urn:microsoft.com/office/officeart/2018/5/layout/IconCircleLabelList"/>
    <dgm:cxn modelId="{63077DC5-69DD-488F-B277-8B41915D3FFD}" type="presOf" srcId="{5AB135A1-41B4-467F-8AC4-AF4F8B1280AF}" destId="{FE8795D8-461A-45AF-8FB2-D25BED23B5BB}" srcOrd="0" destOrd="0" presId="urn:microsoft.com/office/officeart/2018/5/layout/IconCircleLabelList"/>
    <dgm:cxn modelId="{3CB3D4A9-1E85-49AE-B975-FC41DF2199AB}" type="presParOf" srcId="{FE8795D8-461A-45AF-8FB2-D25BED23B5BB}" destId="{3F742C18-36C3-44BA-83F6-77BBD3E14A62}" srcOrd="0" destOrd="0" presId="urn:microsoft.com/office/officeart/2018/5/layout/IconCircleLabelList"/>
    <dgm:cxn modelId="{ED0B2DDC-9AF9-4F32-BC73-C5325DECD405}" type="presParOf" srcId="{3F742C18-36C3-44BA-83F6-77BBD3E14A62}" destId="{E976D71B-8D21-48FC-99F8-5B7413171E9C}" srcOrd="0" destOrd="0" presId="urn:microsoft.com/office/officeart/2018/5/layout/IconCircleLabelList"/>
    <dgm:cxn modelId="{DEC63E1C-88C3-4513-8870-759AA65A5500}" type="presParOf" srcId="{3F742C18-36C3-44BA-83F6-77BBD3E14A62}" destId="{1695FD20-6268-4A3B-91B6-1087E9F23206}" srcOrd="1" destOrd="0" presId="urn:microsoft.com/office/officeart/2018/5/layout/IconCircleLabelList"/>
    <dgm:cxn modelId="{7B4680E8-D11B-495C-89B6-B4B9D711A5B1}" type="presParOf" srcId="{3F742C18-36C3-44BA-83F6-77BBD3E14A62}" destId="{E2B841D2-5D64-4BF7-AD08-FD88BD9448E5}" srcOrd="2" destOrd="0" presId="urn:microsoft.com/office/officeart/2018/5/layout/IconCircleLabelList"/>
    <dgm:cxn modelId="{929987F4-4364-4686-8967-845E85678330}" type="presParOf" srcId="{3F742C18-36C3-44BA-83F6-77BBD3E14A62}" destId="{67A35C50-FDF7-4056-B4A1-39EC92A8B28F}" srcOrd="3" destOrd="0" presId="urn:microsoft.com/office/officeart/2018/5/layout/IconCircleLabelList"/>
    <dgm:cxn modelId="{58FFB7B5-FA06-4E26-AFDA-12D3A88C4357}" type="presParOf" srcId="{FE8795D8-461A-45AF-8FB2-D25BED23B5BB}" destId="{4BEAB1F4-CDDC-438A-8E0F-6B269E290AB1}" srcOrd="1" destOrd="0" presId="urn:microsoft.com/office/officeart/2018/5/layout/IconCircleLabelList"/>
    <dgm:cxn modelId="{D9340AD5-5AD1-45E3-A162-3AF7896251F2}" type="presParOf" srcId="{FE8795D8-461A-45AF-8FB2-D25BED23B5BB}" destId="{E58B1CC6-3850-47DE-87CC-D64E1E0466B0}" srcOrd="2" destOrd="0" presId="urn:microsoft.com/office/officeart/2018/5/layout/IconCircleLabelList"/>
    <dgm:cxn modelId="{FD4E44FB-73EE-4663-8677-730B6AC97DA4}" type="presParOf" srcId="{E58B1CC6-3850-47DE-87CC-D64E1E0466B0}" destId="{FC492C25-45DC-495C-8C7E-4256C1198DED}" srcOrd="0" destOrd="0" presId="urn:microsoft.com/office/officeart/2018/5/layout/IconCircleLabelList"/>
    <dgm:cxn modelId="{94B9A8B5-796C-4003-BFD1-A64D20831BBF}" type="presParOf" srcId="{E58B1CC6-3850-47DE-87CC-D64E1E0466B0}" destId="{C146C0CD-C69B-4DA7-9930-AC5B5E9BA93F}" srcOrd="1" destOrd="0" presId="urn:microsoft.com/office/officeart/2018/5/layout/IconCircleLabelList"/>
    <dgm:cxn modelId="{6F890B6C-EEDE-499A-9239-D92525B53431}" type="presParOf" srcId="{E58B1CC6-3850-47DE-87CC-D64E1E0466B0}" destId="{7B77937E-6ECE-4002-8D98-29FB01E0AEF2}" srcOrd="2" destOrd="0" presId="urn:microsoft.com/office/officeart/2018/5/layout/IconCircleLabelList"/>
    <dgm:cxn modelId="{EDF4EA72-1440-4675-979C-15A92887537B}" type="presParOf" srcId="{E58B1CC6-3850-47DE-87CC-D64E1E0466B0}" destId="{1D0FE33D-F669-40D0-93C3-EF49028EFD82}" srcOrd="3" destOrd="0" presId="urn:microsoft.com/office/officeart/2018/5/layout/IconCircleLabelList"/>
    <dgm:cxn modelId="{302CB1E8-54B1-4ED0-8E99-25174498FB9F}" type="presParOf" srcId="{FE8795D8-461A-45AF-8FB2-D25BED23B5BB}" destId="{6477DAB8-96D9-4593-B2F3-4BBF3E88580C}" srcOrd="3" destOrd="0" presId="urn:microsoft.com/office/officeart/2018/5/layout/IconCircleLabelList"/>
    <dgm:cxn modelId="{0CB109D2-49AE-40D5-A20A-A36F3EC31350}" type="presParOf" srcId="{FE8795D8-461A-45AF-8FB2-D25BED23B5BB}" destId="{4F5675FC-30D0-4A35-BA3A-1CED57C37EC9}" srcOrd="4" destOrd="0" presId="urn:microsoft.com/office/officeart/2018/5/layout/IconCircleLabelList"/>
    <dgm:cxn modelId="{646FE140-18AD-4A22-9CB3-8179BF233E41}" type="presParOf" srcId="{4F5675FC-30D0-4A35-BA3A-1CED57C37EC9}" destId="{CA6857E3-FCB9-4073-8B75-7EC7AEF9F60A}" srcOrd="0" destOrd="0" presId="urn:microsoft.com/office/officeart/2018/5/layout/IconCircleLabelList"/>
    <dgm:cxn modelId="{5BCB6231-8F70-4FCE-AFC8-3B88E2121CF9}" type="presParOf" srcId="{4F5675FC-30D0-4A35-BA3A-1CED57C37EC9}" destId="{A44A000B-C8CD-4163-8523-BD75D3ED62BE}" srcOrd="1" destOrd="0" presId="urn:microsoft.com/office/officeart/2018/5/layout/IconCircleLabelList"/>
    <dgm:cxn modelId="{7C89AB84-E639-4A19-B700-8F71146437FA}" type="presParOf" srcId="{4F5675FC-30D0-4A35-BA3A-1CED57C37EC9}" destId="{8D37F786-A588-4120-AD41-A666626DF4A0}" srcOrd="2" destOrd="0" presId="urn:microsoft.com/office/officeart/2018/5/layout/IconCircleLabelList"/>
    <dgm:cxn modelId="{2FC903F5-4B10-4DC0-8B05-167576209C59}" type="presParOf" srcId="{4F5675FC-30D0-4A35-BA3A-1CED57C37EC9}" destId="{5B57E814-8C76-4C7A-885D-4B9C734F4E1E}" srcOrd="3" destOrd="0" presId="urn:microsoft.com/office/officeart/2018/5/layout/IconCircleLabelList"/>
    <dgm:cxn modelId="{B70D1C9D-0D57-4B08-91A1-7F1DA4CC7499}" type="presParOf" srcId="{FE8795D8-461A-45AF-8FB2-D25BED23B5BB}" destId="{1DDAABDF-93D3-46B0-8CB1-309B8980A6AC}" srcOrd="5" destOrd="0" presId="urn:microsoft.com/office/officeart/2018/5/layout/IconCircleLabelList"/>
    <dgm:cxn modelId="{3AEC3BAB-83F0-4E82-B7E6-BA3369AEF8A5}" type="presParOf" srcId="{FE8795D8-461A-45AF-8FB2-D25BED23B5BB}" destId="{89BF784C-B133-4C9C-8724-88FFDA9E161E}" srcOrd="6" destOrd="0" presId="urn:microsoft.com/office/officeart/2018/5/layout/IconCircleLabelList"/>
    <dgm:cxn modelId="{AB3C6116-0C4C-4859-97A3-4006A2A600E9}" type="presParOf" srcId="{89BF784C-B133-4C9C-8724-88FFDA9E161E}" destId="{363C6C1A-4693-4DC1-85E4-F66AD9A87619}" srcOrd="0" destOrd="0" presId="urn:microsoft.com/office/officeart/2018/5/layout/IconCircleLabelList"/>
    <dgm:cxn modelId="{092FB04D-BE60-4C9A-A0B9-C36DC5EB6FB7}" type="presParOf" srcId="{89BF784C-B133-4C9C-8724-88FFDA9E161E}" destId="{BFC9109E-5D22-4D09-B3BB-70FDAA3B9CE9}" srcOrd="1" destOrd="0" presId="urn:microsoft.com/office/officeart/2018/5/layout/IconCircleLabelList"/>
    <dgm:cxn modelId="{1239498E-1426-47DB-B515-9824E5641357}" type="presParOf" srcId="{89BF784C-B133-4C9C-8724-88FFDA9E161E}" destId="{543016FE-CBA9-431A-A6BC-BA3A7544C9E2}" srcOrd="2" destOrd="0" presId="urn:microsoft.com/office/officeart/2018/5/layout/IconCircleLabelList"/>
    <dgm:cxn modelId="{F255C98B-24AD-4246-B1AA-7EA3D2869AB3}" type="presParOf" srcId="{89BF784C-B133-4C9C-8724-88FFDA9E161E}" destId="{2EC1A630-B4F9-452C-B24C-39DB5B5298F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43A87F-A58F-4CB8-963C-4ADE24E1911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DA19821-C0D3-4CA2-92C4-A1A7F88ACE21}">
      <dgm:prSet/>
      <dgm:spPr/>
      <dgm:t>
        <a:bodyPr/>
        <a:lstStyle/>
        <a:p>
          <a:r>
            <a:rPr lang="pt-BR"/>
            <a:t>Princípios de Design</a:t>
          </a:r>
          <a:endParaRPr lang="en-US"/>
        </a:p>
      </dgm:t>
    </dgm:pt>
    <dgm:pt modelId="{BF3F9537-B7E9-4AEA-834D-8F6EA0F92F73}" type="parTrans" cxnId="{58F41A7A-F19B-44F7-835D-BD879907DE67}">
      <dgm:prSet/>
      <dgm:spPr/>
      <dgm:t>
        <a:bodyPr/>
        <a:lstStyle/>
        <a:p>
          <a:endParaRPr lang="en-US"/>
        </a:p>
      </dgm:t>
    </dgm:pt>
    <dgm:pt modelId="{AE35020F-1F1A-4E5A-9CC5-45B66023FD6C}" type="sibTrans" cxnId="{58F41A7A-F19B-44F7-835D-BD879907DE67}">
      <dgm:prSet/>
      <dgm:spPr/>
      <dgm:t>
        <a:bodyPr/>
        <a:lstStyle/>
        <a:p>
          <a:endParaRPr lang="en-US"/>
        </a:p>
      </dgm:t>
    </dgm:pt>
    <dgm:pt modelId="{F6E34C7C-3A32-49DB-91CE-DC95CF126BA9}">
      <dgm:prSet/>
      <dgm:spPr/>
      <dgm:t>
        <a:bodyPr/>
        <a:lstStyle/>
        <a:p>
          <a:r>
            <a:rPr lang="pt-BR"/>
            <a:t>Contraste</a:t>
          </a:r>
          <a:endParaRPr lang="en-US"/>
        </a:p>
      </dgm:t>
    </dgm:pt>
    <dgm:pt modelId="{DAD6BC87-476A-4BB3-996E-02543356802B}" type="parTrans" cxnId="{97D2D874-4E73-4704-81EF-2116B3335D95}">
      <dgm:prSet/>
      <dgm:spPr/>
      <dgm:t>
        <a:bodyPr/>
        <a:lstStyle/>
        <a:p>
          <a:endParaRPr lang="en-US"/>
        </a:p>
      </dgm:t>
    </dgm:pt>
    <dgm:pt modelId="{900F3101-A042-4AD9-A139-F3A3BBB3BEAF}" type="sibTrans" cxnId="{97D2D874-4E73-4704-81EF-2116B3335D95}">
      <dgm:prSet/>
      <dgm:spPr/>
      <dgm:t>
        <a:bodyPr/>
        <a:lstStyle/>
        <a:p>
          <a:endParaRPr lang="en-US"/>
        </a:p>
      </dgm:t>
    </dgm:pt>
    <dgm:pt modelId="{A82AD115-2A4F-4852-9F10-0EFD74D9FE46}">
      <dgm:prSet/>
      <dgm:spPr/>
      <dgm:t>
        <a:bodyPr/>
        <a:lstStyle/>
        <a:p>
          <a:r>
            <a:rPr lang="pt-BR"/>
            <a:t>Repetição</a:t>
          </a:r>
          <a:endParaRPr lang="en-US"/>
        </a:p>
      </dgm:t>
    </dgm:pt>
    <dgm:pt modelId="{CA371BD5-450B-4A51-B94B-9EE467D2AB96}" type="parTrans" cxnId="{CD9C26A7-054A-4A4E-9DEA-B7C31FA304E5}">
      <dgm:prSet/>
      <dgm:spPr/>
      <dgm:t>
        <a:bodyPr/>
        <a:lstStyle/>
        <a:p>
          <a:endParaRPr lang="en-US"/>
        </a:p>
      </dgm:t>
    </dgm:pt>
    <dgm:pt modelId="{10D4B7C5-70F7-4DBC-AD3A-98F55DCCB999}" type="sibTrans" cxnId="{CD9C26A7-054A-4A4E-9DEA-B7C31FA304E5}">
      <dgm:prSet/>
      <dgm:spPr/>
      <dgm:t>
        <a:bodyPr/>
        <a:lstStyle/>
        <a:p>
          <a:endParaRPr lang="en-US"/>
        </a:p>
      </dgm:t>
    </dgm:pt>
    <dgm:pt modelId="{D5EE5BCC-BCE9-4EF2-869F-7A9B33523CC2}">
      <dgm:prSet/>
      <dgm:spPr/>
      <dgm:t>
        <a:bodyPr/>
        <a:lstStyle/>
        <a:p>
          <a:r>
            <a:rPr lang="pt-BR"/>
            <a:t>Alinhamento</a:t>
          </a:r>
          <a:endParaRPr lang="en-US"/>
        </a:p>
      </dgm:t>
    </dgm:pt>
    <dgm:pt modelId="{E2DDCB99-7462-4A36-AB17-B433E5A5C933}" type="parTrans" cxnId="{77DF250F-D1F0-4FD3-A560-C3466EA1BB32}">
      <dgm:prSet/>
      <dgm:spPr/>
      <dgm:t>
        <a:bodyPr/>
        <a:lstStyle/>
        <a:p>
          <a:endParaRPr lang="en-US"/>
        </a:p>
      </dgm:t>
    </dgm:pt>
    <dgm:pt modelId="{4609CA71-6AA2-4595-9387-2422EA15FA56}" type="sibTrans" cxnId="{77DF250F-D1F0-4FD3-A560-C3466EA1BB32}">
      <dgm:prSet/>
      <dgm:spPr/>
      <dgm:t>
        <a:bodyPr/>
        <a:lstStyle/>
        <a:p>
          <a:endParaRPr lang="en-US"/>
        </a:p>
      </dgm:t>
    </dgm:pt>
    <dgm:pt modelId="{BE45C81D-EFD1-4540-AB40-957C152B3D3F}">
      <dgm:prSet/>
      <dgm:spPr/>
      <dgm:t>
        <a:bodyPr/>
        <a:lstStyle/>
        <a:p>
          <a:r>
            <a:rPr lang="pt-BR"/>
            <a:t>Proximidade</a:t>
          </a:r>
          <a:endParaRPr lang="en-US"/>
        </a:p>
      </dgm:t>
    </dgm:pt>
    <dgm:pt modelId="{57CAA467-D7CE-48E5-8599-C7C6DCCB2C97}" type="parTrans" cxnId="{9D53A1BB-A271-40F2-9EE8-21D98BE82D05}">
      <dgm:prSet/>
      <dgm:spPr/>
      <dgm:t>
        <a:bodyPr/>
        <a:lstStyle/>
        <a:p>
          <a:endParaRPr lang="en-US"/>
        </a:p>
      </dgm:t>
    </dgm:pt>
    <dgm:pt modelId="{3E9327D7-1B53-4F9D-8353-EC02EBC400A6}" type="sibTrans" cxnId="{9D53A1BB-A271-40F2-9EE8-21D98BE82D05}">
      <dgm:prSet/>
      <dgm:spPr/>
      <dgm:t>
        <a:bodyPr/>
        <a:lstStyle/>
        <a:p>
          <a:endParaRPr lang="en-US"/>
        </a:p>
      </dgm:t>
    </dgm:pt>
    <dgm:pt modelId="{6038BC0F-1CB2-4535-BC43-446825AD9918}">
      <dgm:prSet/>
      <dgm:spPr/>
      <dgm:t>
        <a:bodyPr/>
        <a:lstStyle/>
        <a:p>
          <a:r>
            <a:rPr lang="pt-BR"/>
            <a:t>Alfabetismo visual</a:t>
          </a:r>
          <a:endParaRPr lang="en-US"/>
        </a:p>
      </dgm:t>
    </dgm:pt>
    <dgm:pt modelId="{2B940C6A-A69E-45DC-937C-7A64903FFB15}" type="parTrans" cxnId="{B48BB3BD-8557-4DCB-B19A-E17FE176BAC0}">
      <dgm:prSet/>
      <dgm:spPr/>
      <dgm:t>
        <a:bodyPr/>
        <a:lstStyle/>
        <a:p>
          <a:endParaRPr lang="en-US"/>
        </a:p>
      </dgm:t>
    </dgm:pt>
    <dgm:pt modelId="{1B0A365B-1A5F-4E87-B5CA-64F44C9E5951}" type="sibTrans" cxnId="{B48BB3BD-8557-4DCB-B19A-E17FE176BAC0}">
      <dgm:prSet/>
      <dgm:spPr/>
      <dgm:t>
        <a:bodyPr/>
        <a:lstStyle/>
        <a:p>
          <a:endParaRPr lang="en-US"/>
        </a:p>
      </dgm:t>
    </dgm:pt>
    <dgm:pt modelId="{66CB360E-EB5B-43E8-B996-BDF0CFA8DF68}">
      <dgm:prSet/>
      <dgm:spPr/>
      <dgm:t>
        <a:bodyPr/>
        <a:lstStyle/>
        <a:p>
          <a:r>
            <a:rPr lang="pt-BR"/>
            <a:t>Editores de Imagem</a:t>
          </a:r>
          <a:endParaRPr lang="en-US"/>
        </a:p>
      </dgm:t>
    </dgm:pt>
    <dgm:pt modelId="{ED24B3B5-9B3D-4F3D-A7F2-308B84437085}" type="parTrans" cxnId="{BFD39617-2FB3-4B10-BC40-AB38D1A7FC4D}">
      <dgm:prSet/>
      <dgm:spPr/>
      <dgm:t>
        <a:bodyPr/>
        <a:lstStyle/>
        <a:p>
          <a:endParaRPr lang="en-US"/>
        </a:p>
      </dgm:t>
    </dgm:pt>
    <dgm:pt modelId="{87BA513F-F111-4772-9F11-5BA1E126DF1A}" type="sibTrans" cxnId="{BFD39617-2FB3-4B10-BC40-AB38D1A7FC4D}">
      <dgm:prSet/>
      <dgm:spPr/>
      <dgm:t>
        <a:bodyPr/>
        <a:lstStyle/>
        <a:p>
          <a:endParaRPr lang="en-US"/>
        </a:p>
      </dgm:t>
    </dgm:pt>
    <dgm:pt modelId="{408E949D-B267-40A9-BC72-40241BD71797}">
      <dgm:prSet/>
      <dgm:spPr/>
      <dgm:t>
        <a:bodyPr/>
        <a:lstStyle/>
        <a:p>
          <a:r>
            <a:rPr lang="pt-BR"/>
            <a:t>Dimensões da imagem</a:t>
          </a:r>
          <a:endParaRPr lang="en-US"/>
        </a:p>
      </dgm:t>
    </dgm:pt>
    <dgm:pt modelId="{5D1A081E-AF15-43DA-BCEA-3D50F58C38F0}" type="parTrans" cxnId="{7C3B2AE3-9CB8-41EA-8D77-68D46FAE6118}">
      <dgm:prSet/>
      <dgm:spPr/>
      <dgm:t>
        <a:bodyPr/>
        <a:lstStyle/>
        <a:p>
          <a:endParaRPr lang="en-US"/>
        </a:p>
      </dgm:t>
    </dgm:pt>
    <dgm:pt modelId="{7A4EFCB0-BC1F-41E0-A73B-51F31ACE6E30}" type="sibTrans" cxnId="{7C3B2AE3-9CB8-41EA-8D77-68D46FAE6118}">
      <dgm:prSet/>
      <dgm:spPr/>
      <dgm:t>
        <a:bodyPr/>
        <a:lstStyle/>
        <a:p>
          <a:endParaRPr lang="en-US"/>
        </a:p>
      </dgm:t>
    </dgm:pt>
    <dgm:pt modelId="{220577B7-DDEA-40AE-94CE-5BA0C0CC47C3}">
      <dgm:prSet/>
      <dgm:spPr/>
      <dgm:t>
        <a:bodyPr/>
        <a:lstStyle/>
        <a:p>
          <a:r>
            <a:rPr lang="pt-BR"/>
            <a:t>Resolução da imagem</a:t>
          </a:r>
          <a:endParaRPr lang="en-US"/>
        </a:p>
      </dgm:t>
    </dgm:pt>
    <dgm:pt modelId="{E0B6FAD7-D8F4-42F5-A500-39165AE9F32A}" type="parTrans" cxnId="{83F5D96A-E379-49CE-8CB0-E87DFB77D96F}">
      <dgm:prSet/>
      <dgm:spPr/>
      <dgm:t>
        <a:bodyPr/>
        <a:lstStyle/>
        <a:p>
          <a:endParaRPr lang="en-US"/>
        </a:p>
      </dgm:t>
    </dgm:pt>
    <dgm:pt modelId="{6594480A-DDBA-461A-8FF5-94DBC54F3A31}" type="sibTrans" cxnId="{83F5D96A-E379-49CE-8CB0-E87DFB77D96F}">
      <dgm:prSet/>
      <dgm:spPr/>
      <dgm:t>
        <a:bodyPr/>
        <a:lstStyle/>
        <a:p>
          <a:endParaRPr lang="en-US"/>
        </a:p>
      </dgm:t>
    </dgm:pt>
    <dgm:pt modelId="{DF09FA72-A8D7-47DB-AFD9-69F92BC261BB}">
      <dgm:prSet/>
      <dgm:spPr/>
      <dgm:t>
        <a:bodyPr/>
        <a:lstStyle/>
        <a:p>
          <a:r>
            <a:rPr lang="pt-BR"/>
            <a:t>Ajustes de cores</a:t>
          </a:r>
          <a:endParaRPr lang="en-US"/>
        </a:p>
      </dgm:t>
    </dgm:pt>
    <dgm:pt modelId="{CDA7B8DF-73A4-4BF1-9486-11AFCC1FE8DA}" type="parTrans" cxnId="{497EEC4D-4F66-4BA9-B6A5-5DF633F4371E}">
      <dgm:prSet/>
      <dgm:spPr/>
      <dgm:t>
        <a:bodyPr/>
        <a:lstStyle/>
        <a:p>
          <a:endParaRPr lang="en-US"/>
        </a:p>
      </dgm:t>
    </dgm:pt>
    <dgm:pt modelId="{19984346-FFF6-481A-A7EE-164D58755764}" type="sibTrans" cxnId="{497EEC4D-4F66-4BA9-B6A5-5DF633F4371E}">
      <dgm:prSet/>
      <dgm:spPr/>
      <dgm:t>
        <a:bodyPr/>
        <a:lstStyle/>
        <a:p>
          <a:endParaRPr lang="en-US"/>
        </a:p>
      </dgm:t>
    </dgm:pt>
    <dgm:pt modelId="{54366C2A-0D94-4757-B367-6359CA77B961}">
      <dgm:prSet/>
      <dgm:spPr/>
      <dgm:t>
        <a:bodyPr/>
        <a:lstStyle/>
        <a:p>
          <a:r>
            <a:rPr lang="pt-BR"/>
            <a:t>Modos de cores (RGB, CMYK, B&amp;W)</a:t>
          </a:r>
          <a:endParaRPr lang="en-US"/>
        </a:p>
      </dgm:t>
    </dgm:pt>
    <dgm:pt modelId="{A0CC8652-D22A-4869-8748-15240C6E004B}" type="parTrans" cxnId="{8E3E0063-D420-4625-BEEB-0412F6C1D144}">
      <dgm:prSet/>
      <dgm:spPr/>
      <dgm:t>
        <a:bodyPr/>
        <a:lstStyle/>
        <a:p>
          <a:endParaRPr lang="en-US"/>
        </a:p>
      </dgm:t>
    </dgm:pt>
    <dgm:pt modelId="{384B7248-AEB4-4666-B69E-345CA86DAF35}" type="sibTrans" cxnId="{8E3E0063-D420-4625-BEEB-0412F6C1D144}">
      <dgm:prSet/>
      <dgm:spPr/>
      <dgm:t>
        <a:bodyPr/>
        <a:lstStyle/>
        <a:p>
          <a:endParaRPr lang="en-US"/>
        </a:p>
      </dgm:t>
    </dgm:pt>
    <dgm:pt modelId="{45954D7B-98EA-44D3-9ABE-0805F1C02C20}">
      <dgm:prSet/>
      <dgm:spPr/>
      <dgm:t>
        <a:bodyPr/>
        <a:lstStyle/>
        <a:p>
          <a:r>
            <a:rPr lang="pt-BR"/>
            <a:t>Tratamento e correção de fotos</a:t>
          </a:r>
          <a:endParaRPr lang="en-US"/>
        </a:p>
      </dgm:t>
    </dgm:pt>
    <dgm:pt modelId="{B44D542E-306B-4DC0-A2A6-FBB59720F08B}" type="parTrans" cxnId="{2D325CF2-E39B-4940-8380-71AF7E62FAA5}">
      <dgm:prSet/>
      <dgm:spPr/>
      <dgm:t>
        <a:bodyPr/>
        <a:lstStyle/>
        <a:p>
          <a:endParaRPr lang="en-US"/>
        </a:p>
      </dgm:t>
    </dgm:pt>
    <dgm:pt modelId="{99632077-35CA-403C-9410-BB9B536ACF40}" type="sibTrans" cxnId="{2D325CF2-E39B-4940-8380-71AF7E62FAA5}">
      <dgm:prSet/>
      <dgm:spPr/>
      <dgm:t>
        <a:bodyPr/>
        <a:lstStyle/>
        <a:p>
          <a:endParaRPr lang="en-US"/>
        </a:p>
      </dgm:t>
    </dgm:pt>
    <dgm:pt modelId="{840A80E7-D1D6-478B-AA7A-8709D9201802}">
      <dgm:prSet/>
      <dgm:spPr/>
      <dgm:t>
        <a:bodyPr/>
        <a:lstStyle/>
        <a:p>
          <a:r>
            <a:rPr lang="pt-BR"/>
            <a:t>Filtros e efeitos</a:t>
          </a:r>
          <a:endParaRPr lang="en-US"/>
        </a:p>
      </dgm:t>
    </dgm:pt>
    <dgm:pt modelId="{F5917B19-A857-4AA5-BE46-C13C7D28190E}" type="parTrans" cxnId="{2A26B63B-3512-4B69-B00C-D4692529BA08}">
      <dgm:prSet/>
      <dgm:spPr/>
      <dgm:t>
        <a:bodyPr/>
        <a:lstStyle/>
        <a:p>
          <a:endParaRPr lang="en-US"/>
        </a:p>
      </dgm:t>
    </dgm:pt>
    <dgm:pt modelId="{CECB7065-A8F6-40D6-8512-6F924A01E319}" type="sibTrans" cxnId="{2A26B63B-3512-4B69-B00C-D4692529BA08}">
      <dgm:prSet/>
      <dgm:spPr/>
      <dgm:t>
        <a:bodyPr/>
        <a:lstStyle/>
        <a:p>
          <a:endParaRPr lang="en-US"/>
        </a:p>
      </dgm:t>
    </dgm:pt>
    <dgm:pt modelId="{ED349EC3-EC4E-4DB4-A28B-9D57A50D7CCB}">
      <dgm:prSet/>
      <dgm:spPr/>
      <dgm:t>
        <a:bodyPr/>
        <a:lstStyle/>
        <a:p>
          <a:r>
            <a:rPr lang="pt-BR"/>
            <a:t>Editores de Ilustração</a:t>
          </a:r>
          <a:endParaRPr lang="en-US"/>
        </a:p>
      </dgm:t>
    </dgm:pt>
    <dgm:pt modelId="{FD39D51F-9E59-4C99-9001-9F3175EC0CE6}" type="parTrans" cxnId="{06425F0B-A11F-4EDB-907A-EED403AA5904}">
      <dgm:prSet/>
      <dgm:spPr/>
      <dgm:t>
        <a:bodyPr/>
        <a:lstStyle/>
        <a:p>
          <a:endParaRPr lang="en-US"/>
        </a:p>
      </dgm:t>
    </dgm:pt>
    <dgm:pt modelId="{954B4FA0-2F00-4708-9309-E58A30E173DD}" type="sibTrans" cxnId="{06425F0B-A11F-4EDB-907A-EED403AA5904}">
      <dgm:prSet/>
      <dgm:spPr/>
      <dgm:t>
        <a:bodyPr/>
        <a:lstStyle/>
        <a:p>
          <a:endParaRPr lang="en-US"/>
        </a:p>
      </dgm:t>
    </dgm:pt>
    <dgm:pt modelId="{B30EC107-AFFB-4ABB-A9BA-E7A7AB510514}">
      <dgm:prSet/>
      <dgm:spPr/>
      <dgm:t>
        <a:bodyPr/>
        <a:lstStyle/>
        <a:p>
          <a:r>
            <a:rPr lang="pt-BR" dirty="0"/>
            <a:t>Imagem bitmap</a:t>
          </a:r>
          <a:endParaRPr lang="en-US" dirty="0"/>
        </a:p>
      </dgm:t>
    </dgm:pt>
    <dgm:pt modelId="{E4CE355B-431B-4881-8421-28999B158434}" type="parTrans" cxnId="{C0CE8392-A7EE-4412-BFB7-8F440B10BE08}">
      <dgm:prSet/>
      <dgm:spPr/>
      <dgm:t>
        <a:bodyPr/>
        <a:lstStyle/>
        <a:p>
          <a:endParaRPr lang="en-US"/>
        </a:p>
      </dgm:t>
    </dgm:pt>
    <dgm:pt modelId="{B2E5ED28-1C5A-424D-AA8B-96FE07D6A191}" type="sibTrans" cxnId="{C0CE8392-A7EE-4412-BFB7-8F440B10BE08}">
      <dgm:prSet/>
      <dgm:spPr/>
      <dgm:t>
        <a:bodyPr/>
        <a:lstStyle/>
        <a:p>
          <a:endParaRPr lang="en-US"/>
        </a:p>
      </dgm:t>
    </dgm:pt>
    <dgm:pt modelId="{5048E8A3-A99B-4773-A13A-FF17B582E4BF}">
      <dgm:prSet/>
      <dgm:spPr/>
      <dgm:t>
        <a:bodyPr/>
        <a:lstStyle/>
        <a:p>
          <a:r>
            <a:rPr lang="pt-BR" dirty="0"/>
            <a:t>Imagens vetoriais</a:t>
          </a:r>
          <a:endParaRPr lang="en-US" dirty="0"/>
        </a:p>
      </dgm:t>
    </dgm:pt>
    <dgm:pt modelId="{C4F753CB-800A-4320-99F5-6094E63CBDD5}" type="parTrans" cxnId="{5DFA9D9E-5E8A-413A-8D51-CA3A606B285C}">
      <dgm:prSet/>
      <dgm:spPr/>
      <dgm:t>
        <a:bodyPr/>
        <a:lstStyle/>
        <a:p>
          <a:endParaRPr lang="en-US"/>
        </a:p>
      </dgm:t>
    </dgm:pt>
    <dgm:pt modelId="{DF818E9D-61D9-4806-B683-9AB33425104D}" type="sibTrans" cxnId="{5DFA9D9E-5E8A-413A-8D51-CA3A606B285C}">
      <dgm:prSet/>
      <dgm:spPr/>
      <dgm:t>
        <a:bodyPr/>
        <a:lstStyle/>
        <a:p>
          <a:endParaRPr lang="en-US"/>
        </a:p>
      </dgm:t>
    </dgm:pt>
    <dgm:pt modelId="{47F3D613-97A7-4055-B857-90CE8575195B}">
      <dgm:prSet/>
      <dgm:spPr/>
      <dgm:t>
        <a:bodyPr/>
        <a:lstStyle/>
        <a:p>
          <a:r>
            <a:rPr lang="pt-BR"/>
            <a:t>Renderização</a:t>
          </a:r>
          <a:endParaRPr lang="en-US"/>
        </a:p>
      </dgm:t>
    </dgm:pt>
    <dgm:pt modelId="{BB6059D0-6609-4148-B9A8-E5801E49A8ED}" type="parTrans" cxnId="{94885F4B-A425-4DEC-ABD3-DF517DF95CB1}">
      <dgm:prSet/>
      <dgm:spPr/>
      <dgm:t>
        <a:bodyPr/>
        <a:lstStyle/>
        <a:p>
          <a:endParaRPr lang="en-US"/>
        </a:p>
      </dgm:t>
    </dgm:pt>
    <dgm:pt modelId="{8C415198-944B-42AD-B796-960B8128E883}" type="sibTrans" cxnId="{94885F4B-A425-4DEC-ABD3-DF517DF95CB1}">
      <dgm:prSet/>
      <dgm:spPr/>
      <dgm:t>
        <a:bodyPr/>
        <a:lstStyle/>
        <a:p>
          <a:endParaRPr lang="en-US"/>
        </a:p>
      </dgm:t>
    </dgm:pt>
    <dgm:pt modelId="{DE36EC2A-2384-46E7-A415-FDE23720B945}">
      <dgm:prSet/>
      <dgm:spPr/>
      <dgm:t>
        <a:bodyPr/>
        <a:lstStyle/>
        <a:p>
          <a:r>
            <a:rPr lang="pt-BR"/>
            <a:t>Efeitos e filtros</a:t>
          </a:r>
          <a:endParaRPr lang="en-US"/>
        </a:p>
      </dgm:t>
    </dgm:pt>
    <dgm:pt modelId="{C51A162A-6654-449C-965C-1A3C183E48DD}" type="parTrans" cxnId="{4142CD53-7925-49AA-93C5-A5B09F5A0BC6}">
      <dgm:prSet/>
      <dgm:spPr/>
      <dgm:t>
        <a:bodyPr/>
        <a:lstStyle/>
        <a:p>
          <a:endParaRPr lang="en-US"/>
        </a:p>
      </dgm:t>
    </dgm:pt>
    <dgm:pt modelId="{7C3B4B8F-5E8E-4E71-AF4F-9AA5EB81D470}" type="sibTrans" cxnId="{4142CD53-7925-49AA-93C5-A5B09F5A0BC6}">
      <dgm:prSet/>
      <dgm:spPr/>
      <dgm:t>
        <a:bodyPr/>
        <a:lstStyle/>
        <a:p>
          <a:endParaRPr lang="en-US"/>
        </a:p>
      </dgm:t>
    </dgm:pt>
    <dgm:pt modelId="{F0DC6037-0132-4E72-A803-91ED2ABBDEA7}" type="pres">
      <dgm:prSet presAssocID="{6543A87F-A58F-4CB8-963C-4ADE24E19118}" presName="Name0" presStyleCnt="0">
        <dgm:presLayoutVars>
          <dgm:dir/>
          <dgm:animLvl val="lvl"/>
          <dgm:resizeHandles val="exact"/>
        </dgm:presLayoutVars>
      </dgm:prSet>
      <dgm:spPr/>
    </dgm:pt>
    <dgm:pt modelId="{8B506985-8CEE-48D2-8AA4-F02FFA1902F2}" type="pres">
      <dgm:prSet presAssocID="{1DA19821-C0D3-4CA2-92C4-A1A7F88ACE21}" presName="composite" presStyleCnt="0"/>
      <dgm:spPr/>
    </dgm:pt>
    <dgm:pt modelId="{43DD3801-435D-43E7-8BBE-80D7913F5822}" type="pres">
      <dgm:prSet presAssocID="{1DA19821-C0D3-4CA2-92C4-A1A7F88ACE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47798C8-8F47-4C27-8269-F7E3DC78C557}" type="pres">
      <dgm:prSet presAssocID="{1DA19821-C0D3-4CA2-92C4-A1A7F88ACE21}" presName="desTx" presStyleLbl="alignAccFollowNode1" presStyleIdx="0" presStyleCnt="3">
        <dgm:presLayoutVars>
          <dgm:bulletEnabled val="1"/>
        </dgm:presLayoutVars>
      </dgm:prSet>
      <dgm:spPr/>
    </dgm:pt>
    <dgm:pt modelId="{D138D9CC-5319-45C0-8F16-E420C6525377}" type="pres">
      <dgm:prSet presAssocID="{AE35020F-1F1A-4E5A-9CC5-45B66023FD6C}" presName="space" presStyleCnt="0"/>
      <dgm:spPr/>
    </dgm:pt>
    <dgm:pt modelId="{B3E45EA3-6FE5-43B4-9532-FB8B3C533C2E}" type="pres">
      <dgm:prSet presAssocID="{66CB360E-EB5B-43E8-B996-BDF0CFA8DF68}" presName="composite" presStyleCnt="0"/>
      <dgm:spPr/>
    </dgm:pt>
    <dgm:pt modelId="{907B98BD-24BE-430E-90E4-25DAA7A379A4}" type="pres">
      <dgm:prSet presAssocID="{66CB360E-EB5B-43E8-B996-BDF0CFA8DF6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E8B800-4C99-44B0-BF5E-3B9386091095}" type="pres">
      <dgm:prSet presAssocID="{66CB360E-EB5B-43E8-B996-BDF0CFA8DF68}" presName="desTx" presStyleLbl="alignAccFollowNode1" presStyleIdx="1" presStyleCnt="3">
        <dgm:presLayoutVars>
          <dgm:bulletEnabled val="1"/>
        </dgm:presLayoutVars>
      </dgm:prSet>
      <dgm:spPr/>
    </dgm:pt>
    <dgm:pt modelId="{A172A84D-CE16-4EA1-8CA5-2768F12170CB}" type="pres">
      <dgm:prSet presAssocID="{87BA513F-F111-4772-9F11-5BA1E126DF1A}" presName="space" presStyleCnt="0"/>
      <dgm:spPr/>
    </dgm:pt>
    <dgm:pt modelId="{26AF8595-EE28-4DC4-816C-95A212DC6EFE}" type="pres">
      <dgm:prSet presAssocID="{ED349EC3-EC4E-4DB4-A28B-9D57A50D7CCB}" presName="composite" presStyleCnt="0"/>
      <dgm:spPr/>
    </dgm:pt>
    <dgm:pt modelId="{830F6657-5732-4042-BC1D-E34161616B64}" type="pres">
      <dgm:prSet presAssocID="{ED349EC3-EC4E-4DB4-A28B-9D57A50D7C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5E427CE-01B5-40BB-B93C-F67397F46253}" type="pres">
      <dgm:prSet presAssocID="{ED349EC3-EC4E-4DB4-A28B-9D57A50D7C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6425F0B-A11F-4EDB-907A-EED403AA5904}" srcId="{6543A87F-A58F-4CB8-963C-4ADE24E19118}" destId="{ED349EC3-EC4E-4DB4-A28B-9D57A50D7CCB}" srcOrd="2" destOrd="0" parTransId="{FD39D51F-9E59-4C99-9001-9F3175EC0CE6}" sibTransId="{954B4FA0-2F00-4708-9309-E58A30E173DD}"/>
    <dgm:cxn modelId="{77DF250F-D1F0-4FD3-A560-C3466EA1BB32}" srcId="{1DA19821-C0D3-4CA2-92C4-A1A7F88ACE21}" destId="{D5EE5BCC-BCE9-4EF2-869F-7A9B33523CC2}" srcOrd="2" destOrd="0" parTransId="{E2DDCB99-7462-4A36-AB17-B433E5A5C933}" sibTransId="{4609CA71-6AA2-4595-9387-2422EA15FA56}"/>
    <dgm:cxn modelId="{BFD39617-2FB3-4B10-BC40-AB38D1A7FC4D}" srcId="{6543A87F-A58F-4CB8-963C-4ADE24E19118}" destId="{66CB360E-EB5B-43E8-B996-BDF0CFA8DF68}" srcOrd="1" destOrd="0" parTransId="{ED24B3B5-9B3D-4F3D-A7F2-308B84437085}" sibTransId="{87BA513F-F111-4772-9F11-5BA1E126DF1A}"/>
    <dgm:cxn modelId="{2A26B63B-3512-4B69-B00C-D4692529BA08}" srcId="{66CB360E-EB5B-43E8-B996-BDF0CFA8DF68}" destId="{840A80E7-D1D6-478B-AA7A-8709D9201802}" srcOrd="5" destOrd="0" parTransId="{F5917B19-A857-4AA5-BE46-C13C7D28190E}" sibTransId="{CECB7065-A8F6-40D6-8512-6F924A01E319}"/>
    <dgm:cxn modelId="{8E3E0063-D420-4625-BEEB-0412F6C1D144}" srcId="{66CB360E-EB5B-43E8-B996-BDF0CFA8DF68}" destId="{54366C2A-0D94-4757-B367-6359CA77B961}" srcOrd="3" destOrd="0" parTransId="{A0CC8652-D22A-4869-8748-15240C6E004B}" sibTransId="{384B7248-AEB4-4666-B69E-345CA86DAF35}"/>
    <dgm:cxn modelId="{DF917A48-E788-45B7-907F-74C2AD5442F3}" type="presOf" srcId="{DF09FA72-A8D7-47DB-AFD9-69F92BC261BB}" destId="{47E8B800-4C99-44B0-BF5E-3B9386091095}" srcOrd="0" destOrd="2" presId="urn:microsoft.com/office/officeart/2005/8/layout/hList1"/>
    <dgm:cxn modelId="{83F5D96A-E379-49CE-8CB0-E87DFB77D96F}" srcId="{66CB360E-EB5B-43E8-B996-BDF0CFA8DF68}" destId="{220577B7-DDEA-40AE-94CE-5BA0C0CC47C3}" srcOrd="1" destOrd="0" parTransId="{E0B6FAD7-D8F4-42F5-A500-39165AE9F32A}" sibTransId="{6594480A-DDBA-461A-8FF5-94DBC54F3A31}"/>
    <dgm:cxn modelId="{94885F4B-A425-4DEC-ABD3-DF517DF95CB1}" srcId="{ED349EC3-EC4E-4DB4-A28B-9D57A50D7CCB}" destId="{47F3D613-97A7-4055-B857-90CE8575195B}" srcOrd="2" destOrd="0" parTransId="{BB6059D0-6609-4148-B9A8-E5801E49A8ED}" sibTransId="{8C415198-944B-42AD-B796-960B8128E883}"/>
    <dgm:cxn modelId="{4302A16C-E897-4E0A-A41C-95B9B3C1EC4E}" type="presOf" srcId="{6543A87F-A58F-4CB8-963C-4ADE24E19118}" destId="{F0DC6037-0132-4E72-A803-91ED2ABBDEA7}" srcOrd="0" destOrd="0" presId="urn:microsoft.com/office/officeart/2005/8/layout/hList1"/>
    <dgm:cxn modelId="{497EEC4D-4F66-4BA9-B6A5-5DF633F4371E}" srcId="{66CB360E-EB5B-43E8-B996-BDF0CFA8DF68}" destId="{DF09FA72-A8D7-47DB-AFD9-69F92BC261BB}" srcOrd="2" destOrd="0" parTransId="{CDA7B8DF-73A4-4BF1-9486-11AFCC1FE8DA}" sibTransId="{19984346-FFF6-481A-A7EE-164D58755764}"/>
    <dgm:cxn modelId="{82D44571-39D9-4387-B4F2-34F290E91CB0}" type="presOf" srcId="{66CB360E-EB5B-43E8-B996-BDF0CFA8DF68}" destId="{907B98BD-24BE-430E-90E4-25DAA7A379A4}" srcOrd="0" destOrd="0" presId="urn:microsoft.com/office/officeart/2005/8/layout/hList1"/>
    <dgm:cxn modelId="{4142CD53-7925-49AA-93C5-A5B09F5A0BC6}" srcId="{ED349EC3-EC4E-4DB4-A28B-9D57A50D7CCB}" destId="{DE36EC2A-2384-46E7-A415-FDE23720B945}" srcOrd="3" destOrd="0" parTransId="{C51A162A-6654-449C-965C-1A3C183E48DD}" sibTransId="{7C3B4B8F-5E8E-4E71-AF4F-9AA5EB81D470}"/>
    <dgm:cxn modelId="{A30B9D54-E800-4748-8774-F21EEA3DE59B}" type="presOf" srcId="{45954D7B-98EA-44D3-9ABE-0805F1C02C20}" destId="{47E8B800-4C99-44B0-BF5E-3B9386091095}" srcOrd="0" destOrd="4" presId="urn:microsoft.com/office/officeart/2005/8/layout/hList1"/>
    <dgm:cxn modelId="{97D2D874-4E73-4704-81EF-2116B3335D95}" srcId="{1DA19821-C0D3-4CA2-92C4-A1A7F88ACE21}" destId="{F6E34C7C-3A32-49DB-91CE-DC95CF126BA9}" srcOrd="0" destOrd="0" parTransId="{DAD6BC87-476A-4BB3-996E-02543356802B}" sibTransId="{900F3101-A042-4AD9-A139-F3A3BBB3BEAF}"/>
    <dgm:cxn modelId="{E86E0D57-98DE-4A33-A7B9-5D937A465375}" type="presOf" srcId="{B30EC107-AFFB-4ABB-A9BA-E7A7AB510514}" destId="{85E427CE-01B5-40BB-B93C-F67397F46253}" srcOrd="0" destOrd="0" presId="urn:microsoft.com/office/officeart/2005/8/layout/hList1"/>
    <dgm:cxn modelId="{B8CD1658-5CD2-4FD3-AC98-8FBD73573ABF}" type="presOf" srcId="{BE45C81D-EFD1-4540-AB40-957C152B3D3F}" destId="{147798C8-8F47-4C27-8269-F7E3DC78C557}" srcOrd="0" destOrd="3" presId="urn:microsoft.com/office/officeart/2005/8/layout/hList1"/>
    <dgm:cxn modelId="{58F41A7A-F19B-44F7-835D-BD879907DE67}" srcId="{6543A87F-A58F-4CB8-963C-4ADE24E19118}" destId="{1DA19821-C0D3-4CA2-92C4-A1A7F88ACE21}" srcOrd="0" destOrd="0" parTransId="{BF3F9537-B7E9-4AEA-834D-8F6EA0F92F73}" sibTransId="{AE35020F-1F1A-4E5A-9CC5-45B66023FD6C}"/>
    <dgm:cxn modelId="{3FBC107B-F678-4B01-B9B3-B8A03D8356D1}" type="presOf" srcId="{6038BC0F-1CB2-4535-BC43-446825AD9918}" destId="{147798C8-8F47-4C27-8269-F7E3DC78C557}" srcOrd="0" destOrd="4" presId="urn:microsoft.com/office/officeart/2005/8/layout/hList1"/>
    <dgm:cxn modelId="{1EA97B8C-30CD-4B95-8034-E749B022B04F}" type="presOf" srcId="{A82AD115-2A4F-4852-9F10-0EFD74D9FE46}" destId="{147798C8-8F47-4C27-8269-F7E3DC78C557}" srcOrd="0" destOrd="1" presId="urn:microsoft.com/office/officeart/2005/8/layout/hList1"/>
    <dgm:cxn modelId="{54A5488F-1182-4792-90C1-40C155C67420}" type="presOf" srcId="{840A80E7-D1D6-478B-AA7A-8709D9201802}" destId="{47E8B800-4C99-44B0-BF5E-3B9386091095}" srcOrd="0" destOrd="5" presId="urn:microsoft.com/office/officeart/2005/8/layout/hList1"/>
    <dgm:cxn modelId="{A9AD6F8F-F619-49E8-8D52-429A0BD76087}" type="presOf" srcId="{ED349EC3-EC4E-4DB4-A28B-9D57A50D7CCB}" destId="{830F6657-5732-4042-BC1D-E34161616B64}" srcOrd="0" destOrd="0" presId="urn:microsoft.com/office/officeart/2005/8/layout/hList1"/>
    <dgm:cxn modelId="{C0CE8392-A7EE-4412-BFB7-8F440B10BE08}" srcId="{ED349EC3-EC4E-4DB4-A28B-9D57A50D7CCB}" destId="{B30EC107-AFFB-4ABB-A9BA-E7A7AB510514}" srcOrd="0" destOrd="0" parTransId="{E4CE355B-431B-4881-8421-28999B158434}" sibTransId="{B2E5ED28-1C5A-424D-AA8B-96FE07D6A191}"/>
    <dgm:cxn modelId="{5DFA9D9E-5E8A-413A-8D51-CA3A606B285C}" srcId="{ED349EC3-EC4E-4DB4-A28B-9D57A50D7CCB}" destId="{5048E8A3-A99B-4773-A13A-FF17B582E4BF}" srcOrd="1" destOrd="0" parTransId="{C4F753CB-800A-4320-99F5-6094E63CBDD5}" sibTransId="{DF818E9D-61D9-4806-B683-9AB33425104D}"/>
    <dgm:cxn modelId="{19D69CA0-376E-43C3-ACF1-C8EA087C61E9}" type="presOf" srcId="{47F3D613-97A7-4055-B857-90CE8575195B}" destId="{85E427CE-01B5-40BB-B93C-F67397F46253}" srcOrd="0" destOrd="2" presId="urn:microsoft.com/office/officeart/2005/8/layout/hList1"/>
    <dgm:cxn modelId="{CD9C26A7-054A-4A4E-9DEA-B7C31FA304E5}" srcId="{1DA19821-C0D3-4CA2-92C4-A1A7F88ACE21}" destId="{A82AD115-2A4F-4852-9F10-0EFD74D9FE46}" srcOrd="1" destOrd="0" parTransId="{CA371BD5-450B-4A51-B94B-9EE467D2AB96}" sibTransId="{10D4B7C5-70F7-4DBC-AD3A-98F55DCCB999}"/>
    <dgm:cxn modelId="{1614F7A7-96E6-49F1-8D69-A70DD811DFA0}" type="presOf" srcId="{F6E34C7C-3A32-49DB-91CE-DC95CF126BA9}" destId="{147798C8-8F47-4C27-8269-F7E3DC78C557}" srcOrd="0" destOrd="0" presId="urn:microsoft.com/office/officeart/2005/8/layout/hList1"/>
    <dgm:cxn modelId="{14242DB3-98EF-4965-8030-7F834C842B45}" type="presOf" srcId="{D5EE5BCC-BCE9-4EF2-869F-7A9B33523CC2}" destId="{147798C8-8F47-4C27-8269-F7E3DC78C557}" srcOrd="0" destOrd="2" presId="urn:microsoft.com/office/officeart/2005/8/layout/hList1"/>
    <dgm:cxn modelId="{5CE03AB8-5DD5-4D72-B4FB-C8F503DDB677}" type="presOf" srcId="{408E949D-B267-40A9-BC72-40241BD71797}" destId="{47E8B800-4C99-44B0-BF5E-3B9386091095}" srcOrd="0" destOrd="0" presId="urn:microsoft.com/office/officeart/2005/8/layout/hList1"/>
    <dgm:cxn modelId="{9D53A1BB-A271-40F2-9EE8-21D98BE82D05}" srcId="{1DA19821-C0D3-4CA2-92C4-A1A7F88ACE21}" destId="{BE45C81D-EFD1-4540-AB40-957C152B3D3F}" srcOrd="3" destOrd="0" parTransId="{57CAA467-D7CE-48E5-8599-C7C6DCCB2C97}" sibTransId="{3E9327D7-1B53-4F9D-8353-EC02EBC400A6}"/>
    <dgm:cxn modelId="{A3AD4FBD-6721-42E6-91D8-9EFC3D5EF0B8}" type="presOf" srcId="{220577B7-DDEA-40AE-94CE-5BA0C0CC47C3}" destId="{47E8B800-4C99-44B0-BF5E-3B9386091095}" srcOrd="0" destOrd="1" presId="urn:microsoft.com/office/officeart/2005/8/layout/hList1"/>
    <dgm:cxn modelId="{B48BB3BD-8557-4DCB-B19A-E17FE176BAC0}" srcId="{1DA19821-C0D3-4CA2-92C4-A1A7F88ACE21}" destId="{6038BC0F-1CB2-4535-BC43-446825AD9918}" srcOrd="4" destOrd="0" parTransId="{2B940C6A-A69E-45DC-937C-7A64903FFB15}" sibTransId="{1B0A365B-1A5F-4E87-B5CA-64F44C9E5951}"/>
    <dgm:cxn modelId="{7AB796C5-F832-44B9-8FB6-EF1D9FACAAFD}" type="presOf" srcId="{DE36EC2A-2384-46E7-A415-FDE23720B945}" destId="{85E427CE-01B5-40BB-B93C-F67397F46253}" srcOrd="0" destOrd="3" presId="urn:microsoft.com/office/officeart/2005/8/layout/hList1"/>
    <dgm:cxn modelId="{7C3B2AE3-9CB8-41EA-8D77-68D46FAE6118}" srcId="{66CB360E-EB5B-43E8-B996-BDF0CFA8DF68}" destId="{408E949D-B267-40A9-BC72-40241BD71797}" srcOrd="0" destOrd="0" parTransId="{5D1A081E-AF15-43DA-BCEA-3D50F58C38F0}" sibTransId="{7A4EFCB0-BC1F-41E0-A73B-51F31ACE6E30}"/>
    <dgm:cxn modelId="{00B67DE5-29E9-4CAE-A4D9-4512F92B591A}" type="presOf" srcId="{5048E8A3-A99B-4773-A13A-FF17B582E4BF}" destId="{85E427CE-01B5-40BB-B93C-F67397F46253}" srcOrd="0" destOrd="1" presId="urn:microsoft.com/office/officeart/2005/8/layout/hList1"/>
    <dgm:cxn modelId="{E01E9DED-3A38-4836-8083-89E4B0A8F818}" type="presOf" srcId="{1DA19821-C0D3-4CA2-92C4-A1A7F88ACE21}" destId="{43DD3801-435D-43E7-8BBE-80D7913F5822}" srcOrd="0" destOrd="0" presId="urn:microsoft.com/office/officeart/2005/8/layout/hList1"/>
    <dgm:cxn modelId="{2D325CF2-E39B-4940-8380-71AF7E62FAA5}" srcId="{66CB360E-EB5B-43E8-B996-BDF0CFA8DF68}" destId="{45954D7B-98EA-44D3-9ABE-0805F1C02C20}" srcOrd="4" destOrd="0" parTransId="{B44D542E-306B-4DC0-A2A6-FBB59720F08B}" sibTransId="{99632077-35CA-403C-9410-BB9B536ACF40}"/>
    <dgm:cxn modelId="{484032FB-28B9-4FE6-B2B5-21701538030E}" type="presOf" srcId="{54366C2A-0D94-4757-B367-6359CA77B961}" destId="{47E8B800-4C99-44B0-BF5E-3B9386091095}" srcOrd="0" destOrd="3" presId="urn:microsoft.com/office/officeart/2005/8/layout/hList1"/>
    <dgm:cxn modelId="{ED05C1C6-C138-4C66-B0BC-1A5BA8B1C294}" type="presParOf" srcId="{F0DC6037-0132-4E72-A803-91ED2ABBDEA7}" destId="{8B506985-8CEE-48D2-8AA4-F02FFA1902F2}" srcOrd="0" destOrd="0" presId="urn:microsoft.com/office/officeart/2005/8/layout/hList1"/>
    <dgm:cxn modelId="{A557F5EC-4500-458C-8C27-850DA5FC954A}" type="presParOf" srcId="{8B506985-8CEE-48D2-8AA4-F02FFA1902F2}" destId="{43DD3801-435D-43E7-8BBE-80D7913F5822}" srcOrd="0" destOrd="0" presId="urn:microsoft.com/office/officeart/2005/8/layout/hList1"/>
    <dgm:cxn modelId="{5F3814C6-5810-4D89-871F-FF41EE6140A0}" type="presParOf" srcId="{8B506985-8CEE-48D2-8AA4-F02FFA1902F2}" destId="{147798C8-8F47-4C27-8269-F7E3DC78C557}" srcOrd="1" destOrd="0" presId="urn:microsoft.com/office/officeart/2005/8/layout/hList1"/>
    <dgm:cxn modelId="{6B9E6AB1-D0A8-48CF-9996-95BF1817AA21}" type="presParOf" srcId="{F0DC6037-0132-4E72-A803-91ED2ABBDEA7}" destId="{D138D9CC-5319-45C0-8F16-E420C6525377}" srcOrd="1" destOrd="0" presId="urn:microsoft.com/office/officeart/2005/8/layout/hList1"/>
    <dgm:cxn modelId="{1E175EED-7226-4C59-A99E-F6AF35CC42D6}" type="presParOf" srcId="{F0DC6037-0132-4E72-A803-91ED2ABBDEA7}" destId="{B3E45EA3-6FE5-43B4-9532-FB8B3C533C2E}" srcOrd="2" destOrd="0" presId="urn:microsoft.com/office/officeart/2005/8/layout/hList1"/>
    <dgm:cxn modelId="{38E545F6-3C08-4266-B61C-6604B1AF60AF}" type="presParOf" srcId="{B3E45EA3-6FE5-43B4-9532-FB8B3C533C2E}" destId="{907B98BD-24BE-430E-90E4-25DAA7A379A4}" srcOrd="0" destOrd="0" presId="urn:microsoft.com/office/officeart/2005/8/layout/hList1"/>
    <dgm:cxn modelId="{8242C537-F02D-4485-86C9-CE9E28AA0316}" type="presParOf" srcId="{B3E45EA3-6FE5-43B4-9532-FB8B3C533C2E}" destId="{47E8B800-4C99-44B0-BF5E-3B9386091095}" srcOrd="1" destOrd="0" presId="urn:microsoft.com/office/officeart/2005/8/layout/hList1"/>
    <dgm:cxn modelId="{0AE2C7C1-5AFA-4089-8779-D59359EC0370}" type="presParOf" srcId="{F0DC6037-0132-4E72-A803-91ED2ABBDEA7}" destId="{A172A84D-CE16-4EA1-8CA5-2768F12170CB}" srcOrd="3" destOrd="0" presId="urn:microsoft.com/office/officeart/2005/8/layout/hList1"/>
    <dgm:cxn modelId="{791DC727-6E57-4B6F-BB32-E70914E929EF}" type="presParOf" srcId="{F0DC6037-0132-4E72-A803-91ED2ABBDEA7}" destId="{26AF8595-EE28-4DC4-816C-95A212DC6EFE}" srcOrd="4" destOrd="0" presId="urn:microsoft.com/office/officeart/2005/8/layout/hList1"/>
    <dgm:cxn modelId="{DDAC1E75-7189-4ECD-8A23-BB041A86B164}" type="presParOf" srcId="{26AF8595-EE28-4DC4-816C-95A212DC6EFE}" destId="{830F6657-5732-4042-BC1D-E34161616B64}" srcOrd="0" destOrd="0" presId="urn:microsoft.com/office/officeart/2005/8/layout/hList1"/>
    <dgm:cxn modelId="{4865CD2C-5F94-4D3C-A44B-E744F8C0BB32}" type="presParOf" srcId="{26AF8595-EE28-4DC4-816C-95A212DC6EFE}" destId="{85E427CE-01B5-40BB-B93C-F67397F462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D0781-20FF-4490-B9B9-D0D6E6CB4B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EA6B07-F19C-465F-AD8B-8E745021C53C}">
      <dgm:prSet/>
      <dgm:spPr/>
      <dgm:t>
        <a:bodyPr/>
        <a:lstStyle/>
        <a:p>
          <a:r>
            <a:rPr lang="pt-BR"/>
            <a:t>Algum aspecto do design deve se repetir no material inteiro</a:t>
          </a:r>
          <a:endParaRPr lang="en-US"/>
        </a:p>
      </dgm:t>
    </dgm:pt>
    <dgm:pt modelId="{7F57997F-471B-4C5B-B0B4-87F857EB5E20}" type="parTrans" cxnId="{C4207B0F-21E6-4199-90CD-67835EA2B92A}">
      <dgm:prSet/>
      <dgm:spPr/>
      <dgm:t>
        <a:bodyPr/>
        <a:lstStyle/>
        <a:p>
          <a:endParaRPr lang="en-US"/>
        </a:p>
      </dgm:t>
    </dgm:pt>
    <dgm:pt modelId="{A2D80F2D-84B2-41CC-AC97-695C865DE823}" type="sibTrans" cxnId="{C4207B0F-21E6-4199-90CD-67835EA2B92A}">
      <dgm:prSet/>
      <dgm:spPr/>
      <dgm:t>
        <a:bodyPr/>
        <a:lstStyle/>
        <a:p>
          <a:endParaRPr lang="en-US"/>
        </a:p>
      </dgm:t>
    </dgm:pt>
    <dgm:pt modelId="{5E643F79-0C72-4E61-9374-52CD57049415}">
      <dgm:prSet/>
      <dgm:spPr/>
      <dgm:t>
        <a:bodyPr/>
        <a:lstStyle/>
        <a:p>
          <a:r>
            <a:rPr lang="pt-BR" b="1" dirty="0"/>
            <a:t>Exemplo: </a:t>
          </a:r>
          <a:r>
            <a:rPr lang="pt-BR" dirty="0"/>
            <a:t>a fonte, um elemento visual, proporções espaciais, etc.</a:t>
          </a:r>
          <a:endParaRPr lang="en-US" dirty="0"/>
        </a:p>
      </dgm:t>
    </dgm:pt>
    <dgm:pt modelId="{7E98059F-2856-4590-AE2F-BB88E6A61C24}" type="parTrans" cxnId="{9D64CF83-541C-436E-AF27-5B0C780A63AD}">
      <dgm:prSet/>
      <dgm:spPr/>
      <dgm:t>
        <a:bodyPr/>
        <a:lstStyle/>
        <a:p>
          <a:endParaRPr lang="en-US"/>
        </a:p>
      </dgm:t>
    </dgm:pt>
    <dgm:pt modelId="{13F4D204-43D1-46D8-A480-E9CCFA55F945}" type="sibTrans" cxnId="{9D64CF83-541C-436E-AF27-5B0C780A63AD}">
      <dgm:prSet/>
      <dgm:spPr/>
      <dgm:t>
        <a:bodyPr/>
        <a:lstStyle/>
        <a:p>
          <a:endParaRPr lang="en-US"/>
        </a:p>
      </dgm:t>
    </dgm:pt>
    <dgm:pt modelId="{62879457-A46C-434A-96A3-A066A92EC1B0}">
      <dgm:prSet/>
      <dgm:spPr/>
      <dgm:t>
        <a:bodyPr/>
        <a:lstStyle/>
        <a:p>
          <a:r>
            <a:rPr lang="pt-BR"/>
            <a:t>A repetição pode ser considerada como “consistência”.</a:t>
          </a:r>
          <a:endParaRPr lang="en-US"/>
        </a:p>
      </dgm:t>
    </dgm:pt>
    <dgm:pt modelId="{5676ADB5-43E1-4859-8E86-707EA3BA8BD9}" type="parTrans" cxnId="{0CE301A9-DE6E-4775-8062-A69E521C8C69}">
      <dgm:prSet/>
      <dgm:spPr/>
      <dgm:t>
        <a:bodyPr/>
        <a:lstStyle/>
        <a:p>
          <a:endParaRPr lang="en-US"/>
        </a:p>
      </dgm:t>
    </dgm:pt>
    <dgm:pt modelId="{8FD33429-2EEE-4B6E-96CC-00D2548588A6}" type="sibTrans" cxnId="{0CE301A9-DE6E-4775-8062-A69E521C8C69}">
      <dgm:prSet/>
      <dgm:spPr/>
      <dgm:t>
        <a:bodyPr/>
        <a:lstStyle/>
        <a:p>
          <a:endParaRPr lang="en-US"/>
        </a:p>
      </dgm:t>
    </dgm:pt>
    <dgm:pt modelId="{C4130F30-9627-4629-B4A9-98479E147D9C}" type="pres">
      <dgm:prSet presAssocID="{532D0781-20FF-4490-B9B9-D0D6E6CB4BB2}" presName="vert0" presStyleCnt="0">
        <dgm:presLayoutVars>
          <dgm:dir/>
          <dgm:animOne val="branch"/>
          <dgm:animLvl val="lvl"/>
        </dgm:presLayoutVars>
      </dgm:prSet>
      <dgm:spPr/>
    </dgm:pt>
    <dgm:pt modelId="{BE9E2269-CE05-4C37-9318-1B5FEA3B532D}" type="pres">
      <dgm:prSet presAssocID="{B6EA6B07-F19C-465F-AD8B-8E745021C53C}" presName="thickLine" presStyleLbl="alignNode1" presStyleIdx="0" presStyleCnt="3"/>
      <dgm:spPr/>
    </dgm:pt>
    <dgm:pt modelId="{594AC311-5423-4704-B938-F9E9277EA2DB}" type="pres">
      <dgm:prSet presAssocID="{B6EA6B07-F19C-465F-AD8B-8E745021C53C}" presName="horz1" presStyleCnt="0"/>
      <dgm:spPr/>
    </dgm:pt>
    <dgm:pt modelId="{EA8143C7-1923-4679-AF64-6E5918124641}" type="pres">
      <dgm:prSet presAssocID="{B6EA6B07-F19C-465F-AD8B-8E745021C53C}" presName="tx1" presStyleLbl="revTx" presStyleIdx="0" presStyleCnt="3"/>
      <dgm:spPr/>
    </dgm:pt>
    <dgm:pt modelId="{52DE8C97-A33B-4E1B-9333-483854A576F7}" type="pres">
      <dgm:prSet presAssocID="{B6EA6B07-F19C-465F-AD8B-8E745021C53C}" presName="vert1" presStyleCnt="0"/>
      <dgm:spPr/>
    </dgm:pt>
    <dgm:pt modelId="{848BACBB-F28F-40A8-B125-AE9F5D888D06}" type="pres">
      <dgm:prSet presAssocID="{5E643F79-0C72-4E61-9374-52CD57049415}" presName="thickLine" presStyleLbl="alignNode1" presStyleIdx="1" presStyleCnt="3"/>
      <dgm:spPr/>
    </dgm:pt>
    <dgm:pt modelId="{F748C10F-E7A8-4A61-BCB5-70B578ED285B}" type="pres">
      <dgm:prSet presAssocID="{5E643F79-0C72-4E61-9374-52CD57049415}" presName="horz1" presStyleCnt="0"/>
      <dgm:spPr/>
    </dgm:pt>
    <dgm:pt modelId="{A0A46804-3790-4FF2-B84D-FEEBEB52BB39}" type="pres">
      <dgm:prSet presAssocID="{5E643F79-0C72-4E61-9374-52CD57049415}" presName="tx1" presStyleLbl="revTx" presStyleIdx="1" presStyleCnt="3"/>
      <dgm:spPr/>
    </dgm:pt>
    <dgm:pt modelId="{EC9200FC-D746-4599-BCF9-4651C02A50D6}" type="pres">
      <dgm:prSet presAssocID="{5E643F79-0C72-4E61-9374-52CD57049415}" presName="vert1" presStyleCnt="0"/>
      <dgm:spPr/>
    </dgm:pt>
    <dgm:pt modelId="{15ABD289-29DD-4E12-AA22-B83D1F62BDD8}" type="pres">
      <dgm:prSet presAssocID="{62879457-A46C-434A-96A3-A066A92EC1B0}" presName="thickLine" presStyleLbl="alignNode1" presStyleIdx="2" presStyleCnt="3"/>
      <dgm:spPr/>
    </dgm:pt>
    <dgm:pt modelId="{624AB774-680D-440A-95A1-07B26DC4890E}" type="pres">
      <dgm:prSet presAssocID="{62879457-A46C-434A-96A3-A066A92EC1B0}" presName="horz1" presStyleCnt="0"/>
      <dgm:spPr/>
    </dgm:pt>
    <dgm:pt modelId="{9920A780-8643-4E80-B6F7-DBB5D8193693}" type="pres">
      <dgm:prSet presAssocID="{62879457-A46C-434A-96A3-A066A92EC1B0}" presName="tx1" presStyleLbl="revTx" presStyleIdx="2" presStyleCnt="3"/>
      <dgm:spPr/>
    </dgm:pt>
    <dgm:pt modelId="{17A66824-FA4C-4D43-8804-3FACB70C4657}" type="pres">
      <dgm:prSet presAssocID="{62879457-A46C-434A-96A3-A066A92EC1B0}" presName="vert1" presStyleCnt="0"/>
      <dgm:spPr/>
    </dgm:pt>
  </dgm:ptLst>
  <dgm:cxnLst>
    <dgm:cxn modelId="{C4207B0F-21E6-4199-90CD-67835EA2B92A}" srcId="{532D0781-20FF-4490-B9B9-D0D6E6CB4BB2}" destId="{B6EA6B07-F19C-465F-AD8B-8E745021C53C}" srcOrd="0" destOrd="0" parTransId="{7F57997F-471B-4C5B-B0B4-87F857EB5E20}" sibTransId="{A2D80F2D-84B2-41CC-AC97-695C865DE823}"/>
    <dgm:cxn modelId="{4D8F4116-1E0B-491D-8C62-E1129C795BB4}" type="presOf" srcId="{B6EA6B07-F19C-465F-AD8B-8E745021C53C}" destId="{EA8143C7-1923-4679-AF64-6E5918124641}" srcOrd="0" destOrd="0" presId="urn:microsoft.com/office/officeart/2008/layout/LinedList"/>
    <dgm:cxn modelId="{72F47B5E-CC39-4351-9345-EF746021E502}" type="presOf" srcId="{532D0781-20FF-4490-B9B9-D0D6E6CB4BB2}" destId="{C4130F30-9627-4629-B4A9-98479E147D9C}" srcOrd="0" destOrd="0" presId="urn:microsoft.com/office/officeart/2008/layout/LinedList"/>
    <dgm:cxn modelId="{A71A5648-71B9-4515-BA94-A88D8C8E065A}" type="presOf" srcId="{5E643F79-0C72-4E61-9374-52CD57049415}" destId="{A0A46804-3790-4FF2-B84D-FEEBEB52BB39}" srcOrd="0" destOrd="0" presId="urn:microsoft.com/office/officeart/2008/layout/LinedList"/>
    <dgm:cxn modelId="{9D64CF83-541C-436E-AF27-5B0C780A63AD}" srcId="{532D0781-20FF-4490-B9B9-D0D6E6CB4BB2}" destId="{5E643F79-0C72-4E61-9374-52CD57049415}" srcOrd="1" destOrd="0" parTransId="{7E98059F-2856-4590-AE2F-BB88E6A61C24}" sibTransId="{13F4D204-43D1-46D8-A480-E9CCFA55F945}"/>
    <dgm:cxn modelId="{905FE09E-0805-4DDE-A9E2-D28789558B88}" type="presOf" srcId="{62879457-A46C-434A-96A3-A066A92EC1B0}" destId="{9920A780-8643-4E80-B6F7-DBB5D8193693}" srcOrd="0" destOrd="0" presId="urn:microsoft.com/office/officeart/2008/layout/LinedList"/>
    <dgm:cxn modelId="{0CE301A9-DE6E-4775-8062-A69E521C8C69}" srcId="{532D0781-20FF-4490-B9B9-D0D6E6CB4BB2}" destId="{62879457-A46C-434A-96A3-A066A92EC1B0}" srcOrd="2" destOrd="0" parTransId="{5676ADB5-43E1-4859-8E86-707EA3BA8BD9}" sibTransId="{8FD33429-2EEE-4B6E-96CC-00D2548588A6}"/>
    <dgm:cxn modelId="{B9AB1778-E3FB-47B3-99C7-E32AEB836AE3}" type="presParOf" srcId="{C4130F30-9627-4629-B4A9-98479E147D9C}" destId="{BE9E2269-CE05-4C37-9318-1B5FEA3B532D}" srcOrd="0" destOrd="0" presId="urn:microsoft.com/office/officeart/2008/layout/LinedList"/>
    <dgm:cxn modelId="{48D84852-A11A-4B13-AC63-C21142767CB4}" type="presParOf" srcId="{C4130F30-9627-4629-B4A9-98479E147D9C}" destId="{594AC311-5423-4704-B938-F9E9277EA2DB}" srcOrd="1" destOrd="0" presId="urn:microsoft.com/office/officeart/2008/layout/LinedList"/>
    <dgm:cxn modelId="{459CF49B-7C0D-4759-AA9E-587C1692533B}" type="presParOf" srcId="{594AC311-5423-4704-B938-F9E9277EA2DB}" destId="{EA8143C7-1923-4679-AF64-6E5918124641}" srcOrd="0" destOrd="0" presId="urn:microsoft.com/office/officeart/2008/layout/LinedList"/>
    <dgm:cxn modelId="{F36EDBAC-77D1-46EE-AFAD-AB0046CA40A6}" type="presParOf" srcId="{594AC311-5423-4704-B938-F9E9277EA2DB}" destId="{52DE8C97-A33B-4E1B-9333-483854A576F7}" srcOrd="1" destOrd="0" presId="urn:microsoft.com/office/officeart/2008/layout/LinedList"/>
    <dgm:cxn modelId="{4D0E2B2D-433F-4129-830B-0AC73D3205CF}" type="presParOf" srcId="{C4130F30-9627-4629-B4A9-98479E147D9C}" destId="{848BACBB-F28F-40A8-B125-AE9F5D888D06}" srcOrd="2" destOrd="0" presId="urn:microsoft.com/office/officeart/2008/layout/LinedList"/>
    <dgm:cxn modelId="{A1077A1C-D913-468A-BBA5-99FCEF3679F3}" type="presParOf" srcId="{C4130F30-9627-4629-B4A9-98479E147D9C}" destId="{F748C10F-E7A8-4A61-BCB5-70B578ED285B}" srcOrd="3" destOrd="0" presId="urn:microsoft.com/office/officeart/2008/layout/LinedList"/>
    <dgm:cxn modelId="{DCA83FDD-597D-4B2E-A79D-5936F7034427}" type="presParOf" srcId="{F748C10F-E7A8-4A61-BCB5-70B578ED285B}" destId="{A0A46804-3790-4FF2-B84D-FEEBEB52BB39}" srcOrd="0" destOrd="0" presId="urn:microsoft.com/office/officeart/2008/layout/LinedList"/>
    <dgm:cxn modelId="{DA8EDED4-27B4-43B4-904C-D43F449D5CA4}" type="presParOf" srcId="{F748C10F-E7A8-4A61-BCB5-70B578ED285B}" destId="{EC9200FC-D746-4599-BCF9-4651C02A50D6}" srcOrd="1" destOrd="0" presId="urn:microsoft.com/office/officeart/2008/layout/LinedList"/>
    <dgm:cxn modelId="{7008EE1C-3F36-4F7B-917E-94DBFBE35440}" type="presParOf" srcId="{C4130F30-9627-4629-B4A9-98479E147D9C}" destId="{15ABD289-29DD-4E12-AA22-B83D1F62BDD8}" srcOrd="4" destOrd="0" presId="urn:microsoft.com/office/officeart/2008/layout/LinedList"/>
    <dgm:cxn modelId="{E450B19D-00B8-49C0-ABB0-2259D63E31F4}" type="presParOf" srcId="{C4130F30-9627-4629-B4A9-98479E147D9C}" destId="{624AB774-680D-440A-95A1-07B26DC4890E}" srcOrd="5" destOrd="0" presId="urn:microsoft.com/office/officeart/2008/layout/LinedList"/>
    <dgm:cxn modelId="{931B7D1A-FD65-4CFF-B442-40BCA386337E}" type="presParOf" srcId="{624AB774-680D-440A-95A1-07B26DC4890E}" destId="{9920A780-8643-4E80-B6F7-DBB5D8193693}" srcOrd="0" destOrd="0" presId="urn:microsoft.com/office/officeart/2008/layout/LinedList"/>
    <dgm:cxn modelId="{F5077925-51B0-42C4-B197-92BFE1ABA863}" type="presParOf" srcId="{624AB774-680D-440A-95A1-07B26DC4890E}" destId="{17A66824-FA4C-4D43-8804-3FACB70C465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E3F9D4-2CF1-4DA9-8595-FC5E2DB83D6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197CC9-360C-4DB6-B797-AE46BD3642C3}">
      <dgm:prSet/>
      <dgm:spPr/>
      <dgm:t>
        <a:bodyPr/>
        <a:lstStyle/>
        <a:p>
          <a:r>
            <a:rPr lang="pt-BR"/>
            <a:t>Itens relacionados entre si devem ser agrupados;</a:t>
          </a:r>
          <a:endParaRPr lang="en-US"/>
        </a:p>
      </dgm:t>
    </dgm:pt>
    <dgm:pt modelId="{5763BCF1-6F78-4985-BE0C-3962708E8C62}" type="parTrans" cxnId="{92CD7237-A012-4439-A8E4-C60C61592205}">
      <dgm:prSet/>
      <dgm:spPr/>
      <dgm:t>
        <a:bodyPr/>
        <a:lstStyle/>
        <a:p>
          <a:endParaRPr lang="en-US"/>
        </a:p>
      </dgm:t>
    </dgm:pt>
    <dgm:pt modelId="{B7997EB7-EA65-4B75-9A45-0F393FCB1D06}" type="sibTrans" cxnId="{92CD7237-A012-4439-A8E4-C60C61592205}">
      <dgm:prSet/>
      <dgm:spPr/>
      <dgm:t>
        <a:bodyPr/>
        <a:lstStyle/>
        <a:p>
          <a:endParaRPr lang="en-US"/>
        </a:p>
      </dgm:t>
    </dgm:pt>
    <dgm:pt modelId="{B03C6FFA-CFA0-4E0E-BA5C-067C874BE9AC}">
      <dgm:prSet/>
      <dgm:spPr/>
      <dgm:t>
        <a:bodyPr/>
        <a:lstStyle/>
        <a:p>
          <a:r>
            <a:rPr lang="pt-BR"/>
            <a:t>Devem ser vistos como um conjunto coeso, e não como partes sem ligação;</a:t>
          </a:r>
          <a:endParaRPr lang="en-US"/>
        </a:p>
      </dgm:t>
    </dgm:pt>
    <dgm:pt modelId="{0839A28C-7995-44E6-B863-10B3CD2D948C}" type="parTrans" cxnId="{928CBED5-546F-4C60-8DDC-49813BFDB15D}">
      <dgm:prSet/>
      <dgm:spPr/>
      <dgm:t>
        <a:bodyPr/>
        <a:lstStyle/>
        <a:p>
          <a:endParaRPr lang="en-US"/>
        </a:p>
      </dgm:t>
    </dgm:pt>
    <dgm:pt modelId="{4F32961C-63B2-4A9B-B0B8-EAD875ED2AB9}" type="sibTrans" cxnId="{928CBED5-546F-4C60-8DDC-49813BFDB15D}">
      <dgm:prSet/>
      <dgm:spPr/>
      <dgm:t>
        <a:bodyPr/>
        <a:lstStyle/>
        <a:p>
          <a:endParaRPr lang="en-US"/>
        </a:p>
      </dgm:t>
    </dgm:pt>
    <dgm:pt modelId="{379EDE3A-9C16-4A88-BA37-79168B0281DA}">
      <dgm:prSet/>
      <dgm:spPr/>
      <dgm:t>
        <a:bodyPr/>
        <a:lstStyle/>
        <a:p>
          <a:r>
            <a:rPr lang="pt-BR"/>
            <a:t>Itens não relacionados não devem estar muito próximos uns dos outros.</a:t>
          </a:r>
          <a:endParaRPr lang="en-US"/>
        </a:p>
      </dgm:t>
    </dgm:pt>
    <dgm:pt modelId="{13398EDE-DDF7-4AE3-A482-495BDBB862C8}" type="parTrans" cxnId="{8BFF71DC-365D-46AA-BA11-A05C13450153}">
      <dgm:prSet/>
      <dgm:spPr/>
      <dgm:t>
        <a:bodyPr/>
        <a:lstStyle/>
        <a:p>
          <a:endParaRPr lang="en-US"/>
        </a:p>
      </dgm:t>
    </dgm:pt>
    <dgm:pt modelId="{6F5FF34F-153C-4A8C-A7A8-8B73C772E4A3}" type="sibTrans" cxnId="{8BFF71DC-365D-46AA-BA11-A05C13450153}">
      <dgm:prSet/>
      <dgm:spPr/>
      <dgm:t>
        <a:bodyPr/>
        <a:lstStyle/>
        <a:p>
          <a:endParaRPr lang="en-US"/>
        </a:p>
      </dgm:t>
    </dgm:pt>
    <dgm:pt modelId="{47F30040-B727-43ED-9AAA-2DE1FD5E0842}" type="pres">
      <dgm:prSet presAssocID="{C2E3F9D4-2CF1-4DA9-8595-FC5E2DB83D6C}" presName="vert0" presStyleCnt="0">
        <dgm:presLayoutVars>
          <dgm:dir/>
          <dgm:animOne val="branch"/>
          <dgm:animLvl val="lvl"/>
        </dgm:presLayoutVars>
      </dgm:prSet>
      <dgm:spPr/>
    </dgm:pt>
    <dgm:pt modelId="{10C66243-1D6D-4A2D-86AB-62AAE1CD4BCF}" type="pres">
      <dgm:prSet presAssocID="{9C197CC9-360C-4DB6-B797-AE46BD3642C3}" presName="thickLine" presStyleLbl="alignNode1" presStyleIdx="0" presStyleCnt="3"/>
      <dgm:spPr/>
    </dgm:pt>
    <dgm:pt modelId="{BA70A6D5-77E0-46B8-8237-4162E7D24BDA}" type="pres">
      <dgm:prSet presAssocID="{9C197CC9-360C-4DB6-B797-AE46BD3642C3}" presName="horz1" presStyleCnt="0"/>
      <dgm:spPr/>
    </dgm:pt>
    <dgm:pt modelId="{0E46A7AE-E4C0-4459-8378-631D9B308D36}" type="pres">
      <dgm:prSet presAssocID="{9C197CC9-360C-4DB6-B797-AE46BD3642C3}" presName="tx1" presStyleLbl="revTx" presStyleIdx="0" presStyleCnt="3"/>
      <dgm:spPr/>
    </dgm:pt>
    <dgm:pt modelId="{BDD5D7E0-74D6-47F5-A773-44E14A99FA09}" type="pres">
      <dgm:prSet presAssocID="{9C197CC9-360C-4DB6-B797-AE46BD3642C3}" presName="vert1" presStyleCnt="0"/>
      <dgm:spPr/>
    </dgm:pt>
    <dgm:pt modelId="{5A8CEF76-7BC2-4915-BBFE-0E1CD764674A}" type="pres">
      <dgm:prSet presAssocID="{B03C6FFA-CFA0-4E0E-BA5C-067C874BE9AC}" presName="thickLine" presStyleLbl="alignNode1" presStyleIdx="1" presStyleCnt="3"/>
      <dgm:spPr/>
    </dgm:pt>
    <dgm:pt modelId="{57D306C3-4999-427B-AFF2-5D39CED513FE}" type="pres">
      <dgm:prSet presAssocID="{B03C6FFA-CFA0-4E0E-BA5C-067C874BE9AC}" presName="horz1" presStyleCnt="0"/>
      <dgm:spPr/>
    </dgm:pt>
    <dgm:pt modelId="{7AE48324-8872-4D5A-A724-8E7C357535DD}" type="pres">
      <dgm:prSet presAssocID="{B03C6FFA-CFA0-4E0E-BA5C-067C874BE9AC}" presName="tx1" presStyleLbl="revTx" presStyleIdx="1" presStyleCnt="3"/>
      <dgm:spPr/>
    </dgm:pt>
    <dgm:pt modelId="{0BC8F51A-6A82-4989-8FA7-7EF5CD744831}" type="pres">
      <dgm:prSet presAssocID="{B03C6FFA-CFA0-4E0E-BA5C-067C874BE9AC}" presName="vert1" presStyleCnt="0"/>
      <dgm:spPr/>
    </dgm:pt>
    <dgm:pt modelId="{B75F269E-B1BF-4DE4-A747-69165840B97E}" type="pres">
      <dgm:prSet presAssocID="{379EDE3A-9C16-4A88-BA37-79168B0281DA}" presName="thickLine" presStyleLbl="alignNode1" presStyleIdx="2" presStyleCnt="3"/>
      <dgm:spPr/>
    </dgm:pt>
    <dgm:pt modelId="{AD5F0343-36F3-41E7-91FF-AB6D98AD2745}" type="pres">
      <dgm:prSet presAssocID="{379EDE3A-9C16-4A88-BA37-79168B0281DA}" presName="horz1" presStyleCnt="0"/>
      <dgm:spPr/>
    </dgm:pt>
    <dgm:pt modelId="{2A28554C-620C-4FB7-A371-7DB5CB0039C7}" type="pres">
      <dgm:prSet presAssocID="{379EDE3A-9C16-4A88-BA37-79168B0281DA}" presName="tx1" presStyleLbl="revTx" presStyleIdx="2" presStyleCnt="3"/>
      <dgm:spPr/>
    </dgm:pt>
    <dgm:pt modelId="{F74A4FD6-BA6A-4B9B-85CE-C071E5C85ABE}" type="pres">
      <dgm:prSet presAssocID="{379EDE3A-9C16-4A88-BA37-79168B0281DA}" presName="vert1" presStyleCnt="0"/>
      <dgm:spPr/>
    </dgm:pt>
  </dgm:ptLst>
  <dgm:cxnLst>
    <dgm:cxn modelId="{092B590E-2E86-4A6E-8120-B4BD8A3D24B0}" type="presOf" srcId="{C2E3F9D4-2CF1-4DA9-8595-FC5E2DB83D6C}" destId="{47F30040-B727-43ED-9AAA-2DE1FD5E0842}" srcOrd="0" destOrd="0" presId="urn:microsoft.com/office/officeart/2008/layout/LinedList"/>
    <dgm:cxn modelId="{92CD7237-A012-4439-A8E4-C60C61592205}" srcId="{C2E3F9D4-2CF1-4DA9-8595-FC5E2DB83D6C}" destId="{9C197CC9-360C-4DB6-B797-AE46BD3642C3}" srcOrd="0" destOrd="0" parTransId="{5763BCF1-6F78-4985-BE0C-3962708E8C62}" sibTransId="{B7997EB7-EA65-4B75-9A45-0F393FCB1D06}"/>
    <dgm:cxn modelId="{97BE4B3E-A495-40F2-BAD4-ED5AF0ACCC8D}" type="presOf" srcId="{9C197CC9-360C-4DB6-B797-AE46BD3642C3}" destId="{0E46A7AE-E4C0-4459-8378-631D9B308D36}" srcOrd="0" destOrd="0" presId="urn:microsoft.com/office/officeart/2008/layout/LinedList"/>
    <dgm:cxn modelId="{3F28A599-7742-4F56-BE84-1AAE38F936EA}" type="presOf" srcId="{B03C6FFA-CFA0-4E0E-BA5C-067C874BE9AC}" destId="{7AE48324-8872-4D5A-A724-8E7C357535DD}" srcOrd="0" destOrd="0" presId="urn:microsoft.com/office/officeart/2008/layout/LinedList"/>
    <dgm:cxn modelId="{AB30F5D4-7C40-4A5F-AA43-CD602F0F9E8D}" type="presOf" srcId="{379EDE3A-9C16-4A88-BA37-79168B0281DA}" destId="{2A28554C-620C-4FB7-A371-7DB5CB0039C7}" srcOrd="0" destOrd="0" presId="urn:microsoft.com/office/officeart/2008/layout/LinedList"/>
    <dgm:cxn modelId="{928CBED5-546F-4C60-8DDC-49813BFDB15D}" srcId="{C2E3F9D4-2CF1-4DA9-8595-FC5E2DB83D6C}" destId="{B03C6FFA-CFA0-4E0E-BA5C-067C874BE9AC}" srcOrd="1" destOrd="0" parTransId="{0839A28C-7995-44E6-B863-10B3CD2D948C}" sibTransId="{4F32961C-63B2-4A9B-B0B8-EAD875ED2AB9}"/>
    <dgm:cxn modelId="{8BFF71DC-365D-46AA-BA11-A05C13450153}" srcId="{C2E3F9D4-2CF1-4DA9-8595-FC5E2DB83D6C}" destId="{379EDE3A-9C16-4A88-BA37-79168B0281DA}" srcOrd="2" destOrd="0" parTransId="{13398EDE-DDF7-4AE3-A482-495BDBB862C8}" sibTransId="{6F5FF34F-153C-4A8C-A7A8-8B73C772E4A3}"/>
    <dgm:cxn modelId="{2F1769BA-8F30-4E47-ACB2-8A4707FC212D}" type="presParOf" srcId="{47F30040-B727-43ED-9AAA-2DE1FD5E0842}" destId="{10C66243-1D6D-4A2D-86AB-62AAE1CD4BCF}" srcOrd="0" destOrd="0" presId="urn:microsoft.com/office/officeart/2008/layout/LinedList"/>
    <dgm:cxn modelId="{48526B06-4699-4083-9A7B-9255B8BE8C14}" type="presParOf" srcId="{47F30040-B727-43ED-9AAA-2DE1FD5E0842}" destId="{BA70A6D5-77E0-46B8-8237-4162E7D24BDA}" srcOrd="1" destOrd="0" presId="urn:microsoft.com/office/officeart/2008/layout/LinedList"/>
    <dgm:cxn modelId="{46A5EBD1-4B8F-4FB3-995D-F9CE0C94022B}" type="presParOf" srcId="{BA70A6D5-77E0-46B8-8237-4162E7D24BDA}" destId="{0E46A7AE-E4C0-4459-8378-631D9B308D36}" srcOrd="0" destOrd="0" presId="urn:microsoft.com/office/officeart/2008/layout/LinedList"/>
    <dgm:cxn modelId="{BA5914F5-974E-44C4-B831-92B45D3BF90B}" type="presParOf" srcId="{BA70A6D5-77E0-46B8-8237-4162E7D24BDA}" destId="{BDD5D7E0-74D6-47F5-A773-44E14A99FA09}" srcOrd="1" destOrd="0" presId="urn:microsoft.com/office/officeart/2008/layout/LinedList"/>
    <dgm:cxn modelId="{49F74C7E-8C84-465A-9042-DCFD856D2B8D}" type="presParOf" srcId="{47F30040-B727-43ED-9AAA-2DE1FD5E0842}" destId="{5A8CEF76-7BC2-4915-BBFE-0E1CD764674A}" srcOrd="2" destOrd="0" presId="urn:microsoft.com/office/officeart/2008/layout/LinedList"/>
    <dgm:cxn modelId="{288D2CB7-542C-499F-92F3-B7E3805A2BEB}" type="presParOf" srcId="{47F30040-B727-43ED-9AAA-2DE1FD5E0842}" destId="{57D306C3-4999-427B-AFF2-5D39CED513FE}" srcOrd="3" destOrd="0" presId="urn:microsoft.com/office/officeart/2008/layout/LinedList"/>
    <dgm:cxn modelId="{2DC78F26-5AD8-4599-9F37-13A77D599F53}" type="presParOf" srcId="{57D306C3-4999-427B-AFF2-5D39CED513FE}" destId="{7AE48324-8872-4D5A-A724-8E7C357535DD}" srcOrd="0" destOrd="0" presId="urn:microsoft.com/office/officeart/2008/layout/LinedList"/>
    <dgm:cxn modelId="{7D241E82-4719-4B9A-99D5-ECC5AE3968AB}" type="presParOf" srcId="{57D306C3-4999-427B-AFF2-5D39CED513FE}" destId="{0BC8F51A-6A82-4989-8FA7-7EF5CD744831}" srcOrd="1" destOrd="0" presId="urn:microsoft.com/office/officeart/2008/layout/LinedList"/>
    <dgm:cxn modelId="{10CC7001-1155-4B8C-9CC0-49A28E122C3B}" type="presParOf" srcId="{47F30040-B727-43ED-9AAA-2DE1FD5E0842}" destId="{B75F269E-B1BF-4DE4-A747-69165840B97E}" srcOrd="4" destOrd="0" presId="urn:microsoft.com/office/officeart/2008/layout/LinedList"/>
    <dgm:cxn modelId="{51DBFB04-C2D9-4A51-9B36-32C17018A6BA}" type="presParOf" srcId="{47F30040-B727-43ED-9AAA-2DE1FD5E0842}" destId="{AD5F0343-36F3-41E7-91FF-AB6D98AD2745}" srcOrd="5" destOrd="0" presId="urn:microsoft.com/office/officeart/2008/layout/LinedList"/>
    <dgm:cxn modelId="{BE7D9884-D148-4EEC-AABC-C666AC9D0D36}" type="presParOf" srcId="{AD5F0343-36F3-41E7-91FF-AB6D98AD2745}" destId="{2A28554C-620C-4FB7-A371-7DB5CB0039C7}" srcOrd="0" destOrd="0" presId="urn:microsoft.com/office/officeart/2008/layout/LinedList"/>
    <dgm:cxn modelId="{DA98292C-5E94-49D4-B290-FE76D5614F0B}" type="presParOf" srcId="{AD5F0343-36F3-41E7-91FF-AB6D98AD2745}" destId="{F74A4FD6-BA6A-4B9B-85CE-C071E5C85A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6D71B-8D21-48FC-99F8-5B7413171E9C}">
      <dsp:nvSpPr>
        <dsp:cNvPr id="0" name=""/>
        <dsp:cNvSpPr/>
      </dsp:nvSpPr>
      <dsp:spPr>
        <a:xfrm>
          <a:off x="973190" y="447326"/>
          <a:ext cx="1264141" cy="12641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5FD20-6268-4A3B-91B6-1087E9F23206}">
      <dsp:nvSpPr>
        <dsp:cNvPr id="0" name=""/>
        <dsp:cNvSpPr/>
      </dsp:nvSpPr>
      <dsp:spPr>
        <a:xfrm>
          <a:off x="1242597" y="71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35C50-FDF7-4056-B4A1-39EC92A8B28F}">
      <dsp:nvSpPr>
        <dsp:cNvPr id="0" name=""/>
        <dsp:cNvSpPr/>
      </dsp:nvSpPr>
      <dsp:spPr>
        <a:xfrm>
          <a:off x="569079" y="2105217"/>
          <a:ext cx="2072362" cy="18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dirty="0">
              <a:latin typeface="Amasis MT Pro Black" panose="02040A04050005020304" pitchFamily="18" charset="0"/>
            </a:rPr>
            <a:t>a </a:t>
          </a:r>
          <a:r>
            <a:rPr lang="pt-BR" sz="1600" kern="1200" dirty="0" err="1">
              <a:latin typeface="Amasis MT Pro Black" panose="02040A04050005020304" pitchFamily="18" charset="0"/>
            </a:rPr>
            <a:t>Iuca</a:t>
          </a:r>
          <a:r>
            <a:rPr lang="pt-BR" sz="1600" kern="1200" dirty="0">
              <a:latin typeface="Amasis MT Pro Black" panose="02040A04050005020304" pitchFamily="18" charset="0"/>
            </a:rPr>
            <a:t> tem uma aparência estranha. 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dirty="0">
              <a:latin typeface="Amasis MT Pro Black" panose="02040A04050005020304" pitchFamily="18" charset="0"/>
            </a:rPr>
            <a:t>Pensou que esta arvore não existia na redondeza!</a:t>
          </a:r>
          <a:endParaRPr lang="en-US" sz="1600" kern="1200" dirty="0">
            <a:latin typeface="Amasis MT Pro Black" panose="02040A04050005020304" pitchFamily="18" charset="0"/>
          </a:endParaRPr>
        </a:p>
      </dsp:txBody>
      <dsp:txXfrm>
        <a:off x="569079" y="2105217"/>
        <a:ext cx="2072362" cy="1800000"/>
      </dsp:txXfrm>
    </dsp:sp>
    <dsp:sp modelId="{FC492C25-45DC-495C-8C7E-4256C1198DED}">
      <dsp:nvSpPr>
        <dsp:cNvPr id="0" name=""/>
        <dsp:cNvSpPr/>
      </dsp:nvSpPr>
      <dsp:spPr>
        <a:xfrm>
          <a:off x="3408216" y="447326"/>
          <a:ext cx="1264141" cy="12641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6C0CD-C69B-4DA7-9930-AC5B5E9BA93F}">
      <dsp:nvSpPr>
        <dsp:cNvPr id="0" name=""/>
        <dsp:cNvSpPr/>
      </dsp:nvSpPr>
      <dsp:spPr>
        <a:xfrm>
          <a:off x="3677623" y="71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FE33D-F669-40D0-93C3-EF49028EFD82}">
      <dsp:nvSpPr>
        <dsp:cNvPr id="0" name=""/>
        <dsp:cNvSpPr/>
      </dsp:nvSpPr>
      <dsp:spPr>
        <a:xfrm>
          <a:off x="3004105" y="2105217"/>
          <a:ext cx="2072362" cy="18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dirty="0">
              <a:latin typeface="Amasis MT Pro Black" panose="02040A04050005020304" pitchFamily="18" charset="0"/>
            </a:rPr>
            <a:t>E pensou consigo mesma: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dirty="0">
              <a:latin typeface="Amasis MT Pro Black" panose="02040A04050005020304" pitchFamily="18" charset="0"/>
            </a:rPr>
            <a:t> </a:t>
          </a:r>
          <a:r>
            <a:rPr lang="pt-BR" sz="1600" i="1" kern="1200" dirty="0">
              <a:latin typeface="Amasis MT Pro Black" panose="02040A04050005020304" pitchFamily="18" charset="0"/>
            </a:rPr>
            <a:t>“Eu saberia se já tivesse visto uma arvore assim e nunca vi uma antes”</a:t>
          </a:r>
          <a:r>
            <a:rPr lang="pt-BR" sz="1600" kern="1200" dirty="0">
              <a:latin typeface="Amasis MT Pro Black" panose="02040A04050005020304" pitchFamily="18" charset="0"/>
            </a:rPr>
            <a:t> </a:t>
          </a:r>
          <a:endParaRPr lang="en-US" sz="1600" kern="1200" dirty="0">
            <a:latin typeface="Amasis MT Pro Black" panose="02040A04050005020304" pitchFamily="18" charset="0"/>
          </a:endParaRPr>
        </a:p>
      </dsp:txBody>
      <dsp:txXfrm>
        <a:off x="3004105" y="2105217"/>
        <a:ext cx="2072362" cy="1800000"/>
      </dsp:txXfrm>
    </dsp:sp>
    <dsp:sp modelId="{CA6857E3-FCB9-4073-8B75-7EC7AEF9F60A}">
      <dsp:nvSpPr>
        <dsp:cNvPr id="0" name=""/>
        <dsp:cNvSpPr/>
      </dsp:nvSpPr>
      <dsp:spPr>
        <a:xfrm>
          <a:off x="5843242" y="447326"/>
          <a:ext cx="1264141" cy="12641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A000B-C8CD-4163-8523-BD75D3ED62BE}">
      <dsp:nvSpPr>
        <dsp:cNvPr id="0" name=""/>
        <dsp:cNvSpPr/>
      </dsp:nvSpPr>
      <dsp:spPr>
        <a:xfrm>
          <a:off x="6112649" y="71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7E814-8C76-4C7A-885D-4B9C734F4E1E}">
      <dsp:nvSpPr>
        <dsp:cNvPr id="0" name=""/>
        <dsp:cNvSpPr/>
      </dsp:nvSpPr>
      <dsp:spPr>
        <a:xfrm>
          <a:off x="5439131" y="2105217"/>
          <a:ext cx="2072362" cy="18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>
              <a:latin typeface="Amasis MT Pro Black" panose="02040A04050005020304" pitchFamily="18" charset="0"/>
            </a:rPr>
            <a:t>Qual foi a sua surpresa quando saiu pelas ruas?</a:t>
          </a:r>
          <a:endParaRPr lang="en-US" sz="1600" kern="1200" dirty="0">
            <a:latin typeface="Amasis MT Pro Black" panose="02040A04050005020304" pitchFamily="18" charset="0"/>
          </a:endParaRPr>
        </a:p>
      </dsp:txBody>
      <dsp:txXfrm>
        <a:off x="5439131" y="2105217"/>
        <a:ext cx="2072362" cy="1800000"/>
      </dsp:txXfrm>
    </dsp:sp>
    <dsp:sp modelId="{363C6C1A-4693-4DC1-85E4-F66AD9A87619}">
      <dsp:nvSpPr>
        <dsp:cNvPr id="0" name=""/>
        <dsp:cNvSpPr/>
      </dsp:nvSpPr>
      <dsp:spPr>
        <a:xfrm>
          <a:off x="8278268" y="447326"/>
          <a:ext cx="1264141" cy="12641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9109E-5D22-4D09-B3BB-70FDAA3B9CE9}">
      <dsp:nvSpPr>
        <dsp:cNvPr id="0" name=""/>
        <dsp:cNvSpPr/>
      </dsp:nvSpPr>
      <dsp:spPr>
        <a:xfrm>
          <a:off x="8547675" y="71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1A630-B4F9-452C-B24C-39DB5B5298F2}">
      <dsp:nvSpPr>
        <dsp:cNvPr id="0" name=""/>
        <dsp:cNvSpPr/>
      </dsp:nvSpPr>
      <dsp:spPr>
        <a:xfrm>
          <a:off x="7874157" y="2105217"/>
          <a:ext cx="2072362" cy="18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>
              <a:latin typeface="Amasis MT Pro Black" panose="02040A04050005020304" pitchFamily="18" charset="0"/>
            </a:rPr>
            <a:t>Mais de 80% das casas tinham esta tal arvore!</a:t>
          </a:r>
          <a:endParaRPr lang="en-US" sz="1600" kern="1200" dirty="0">
            <a:latin typeface="Amasis MT Pro Black" panose="02040A04050005020304" pitchFamily="18" charset="0"/>
          </a:endParaRPr>
        </a:p>
      </dsp:txBody>
      <dsp:txXfrm>
        <a:off x="7874157" y="2105217"/>
        <a:ext cx="2072362" cy="180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D3801-435D-43E7-8BBE-80D7913F5822}">
      <dsp:nvSpPr>
        <dsp:cNvPr id="0" name=""/>
        <dsp:cNvSpPr/>
      </dsp:nvSpPr>
      <dsp:spPr>
        <a:xfrm>
          <a:off x="3286" y="268066"/>
          <a:ext cx="3203971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Princípios de Design</a:t>
          </a:r>
          <a:endParaRPr lang="en-US" sz="2300" kern="1200"/>
        </a:p>
      </dsp:txBody>
      <dsp:txXfrm>
        <a:off x="3286" y="268066"/>
        <a:ext cx="3203971" cy="662400"/>
      </dsp:txXfrm>
    </dsp:sp>
    <dsp:sp modelId="{147798C8-8F47-4C27-8269-F7E3DC78C557}">
      <dsp:nvSpPr>
        <dsp:cNvPr id="0" name=""/>
        <dsp:cNvSpPr/>
      </dsp:nvSpPr>
      <dsp:spPr>
        <a:xfrm>
          <a:off x="3286" y="930466"/>
          <a:ext cx="3203971" cy="31528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Contraste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Repetição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Alinhamento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Proximidade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Alfabetismo visual</a:t>
          </a:r>
          <a:endParaRPr lang="en-US" sz="2300" kern="1200"/>
        </a:p>
      </dsp:txBody>
      <dsp:txXfrm>
        <a:off x="3286" y="930466"/>
        <a:ext cx="3203971" cy="3152804"/>
      </dsp:txXfrm>
    </dsp:sp>
    <dsp:sp modelId="{907B98BD-24BE-430E-90E4-25DAA7A379A4}">
      <dsp:nvSpPr>
        <dsp:cNvPr id="0" name=""/>
        <dsp:cNvSpPr/>
      </dsp:nvSpPr>
      <dsp:spPr>
        <a:xfrm>
          <a:off x="3655814" y="268066"/>
          <a:ext cx="3203971" cy="66240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Editores de Imagem</a:t>
          </a:r>
          <a:endParaRPr lang="en-US" sz="2300" kern="1200"/>
        </a:p>
      </dsp:txBody>
      <dsp:txXfrm>
        <a:off x="3655814" y="268066"/>
        <a:ext cx="3203971" cy="662400"/>
      </dsp:txXfrm>
    </dsp:sp>
    <dsp:sp modelId="{47E8B800-4C99-44B0-BF5E-3B9386091095}">
      <dsp:nvSpPr>
        <dsp:cNvPr id="0" name=""/>
        <dsp:cNvSpPr/>
      </dsp:nvSpPr>
      <dsp:spPr>
        <a:xfrm>
          <a:off x="3655814" y="930466"/>
          <a:ext cx="3203971" cy="3152804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Dimensões da imagem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Resolução da imagem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Ajustes de cores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Modos de cores (RGB, CMYK, B&amp;W)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Tratamento e correção de fotos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Filtros e efeitos</a:t>
          </a:r>
          <a:endParaRPr lang="en-US" sz="2300" kern="1200"/>
        </a:p>
      </dsp:txBody>
      <dsp:txXfrm>
        <a:off x="3655814" y="930466"/>
        <a:ext cx="3203971" cy="3152804"/>
      </dsp:txXfrm>
    </dsp:sp>
    <dsp:sp modelId="{830F6657-5732-4042-BC1D-E34161616B64}">
      <dsp:nvSpPr>
        <dsp:cNvPr id="0" name=""/>
        <dsp:cNvSpPr/>
      </dsp:nvSpPr>
      <dsp:spPr>
        <a:xfrm>
          <a:off x="7308342" y="268066"/>
          <a:ext cx="3203971" cy="66240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Editores de Ilustração</a:t>
          </a:r>
          <a:endParaRPr lang="en-US" sz="2300" kern="1200"/>
        </a:p>
      </dsp:txBody>
      <dsp:txXfrm>
        <a:off x="7308342" y="268066"/>
        <a:ext cx="3203971" cy="662400"/>
      </dsp:txXfrm>
    </dsp:sp>
    <dsp:sp modelId="{85E427CE-01B5-40BB-B93C-F67397F46253}">
      <dsp:nvSpPr>
        <dsp:cNvPr id="0" name=""/>
        <dsp:cNvSpPr/>
      </dsp:nvSpPr>
      <dsp:spPr>
        <a:xfrm>
          <a:off x="7308342" y="930466"/>
          <a:ext cx="3203971" cy="3152804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Imagem bitmap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Imagens vetoriais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Renderização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/>
            <a:t>Efeitos e filtros</a:t>
          </a:r>
          <a:endParaRPr lang="en-US" sz="2300" kern="1200"/>
        </a:p>
      </dsp:txBody>
      <dsp:txXfrm>
        <a:off x="7308342" y="930466"/>
        <a:ext cx="3203971" cy="31528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E2269-CE05-4C37-9318-1B5FEA3B532D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143C7-1923-4679-AF64-6E5918124641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Algum aspecto do design deve se repetir no material inteiro</a:t>
          </a:r>
          <a:endParaRPr lang="en-US" sz="4000" kern="1200"/>
        </a:p>
      </dsp:txBody>
      <dsp:txXfrm>
        <a:off x="0" y="2124"/>
        <a:ext cx="10515600" cy="1449029"/>
      </dsp:txXfrm>
    </dsp:sp>
    <dsp:sp modelId="{848BACBB-F28F-40A8-B125-AE9F5D888D06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46804-3790-4FF2-B84D-FEEBEB52BB39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b="1" kern="1200" dirty="0"/>
            <a:t>Exemplo: </a:t>
          </a:r>
          <a:r>
            <a:rPr lang="pt-BR" sz="4000" kern="1200" dirty="0"/>
            <a:t>a fonte, um elemento visual, proporções espaciais, etc.</a:t>
          </a:r>
          <a:endParaRPr lang="en-US" sz="4000" kern="1200" dirty="0"/>
        </a:p>
      </dsp:txBody>
      <dsp:txXfrm>
        <a:off x="0" y="1451154"/>
        <a:ext cx="10515600" cy="1449029"/>
      </dsp:txXfrm>
    </dsp:sp>
    <dsp:sp modelId="{15ABD289-29DD-4E12-AA22-B83D1F62BDD8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0A780-8643-4E80-B6F7-DBB5D8193693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A repetição pode ser considerada como “consistência”.</a:t>
          </a:r>
          <a:endParaRPr lang="en-US" sz="4000" kern="1200"/>
        </a:p>
      </dsp:txBody>
      <dsp:txXfrm>
        <a:off x="0" y="2900183"/>
        <a:ext cx="10515600" cy="1449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66243-1D6D-4A2D-86AB-62AAE1CD4BCF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6A7AE-E4C0-4459-8378-631D9B308D36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Itens relacionados entre si devem ser agrupados;</a:t>
          </a:r>
          <a:endParaRPr lang="en-US" sz="3700" kern="1200"/>
        </a:p>
      </dsp:txBody>
      <dsp:txXfrm>
        <a:off x="0" y="2703"/>
        <a:ext cx="6900512" cy="1843578"/>
      </dsp:txXfrm>
    </dsp:sp>
    <dsp:sp modelId="{5A8CEF76-7BC2-4915-BBFE-0E1CD764674A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48324-8872-4D5A-A724-8E7C357535D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Devem ser vistos como um conjunto coeso, e não como partes sem ligação;</a:t>
          </a:r>
          <a:endParaRPr lang="en-US" sz="3700" kern="1200"/>
        </a:p>
      </dsp:txBody>
      <dsp:txXfrm>
        <a:off x="0" y="1846281"/>
        <a:ext cx="6900512" cy="1843578"/>
      </dsp:txXfrm>
    </dsp:sp>
    <dsp:sp modelId="{B75F269E-B1BF-4DE4-A747-69165840B97E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8554C-620C-4FB7-A371-7DB5CB0039C7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Itens não relacionados não devem estar muito próximos uns dos outros.</a:t>
          </a:r>
          <a:endParaRPr lang="en-US" sz="3700" kern="120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9DE40-2DD2-4A38-9A3E-C3A0968D6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19D221-2307-4C99-86C9-1D9835BD2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92F322-923C-441D-BD2F-19C12E6D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A5E5B2-CA48-4090-B894-4076F56C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7E72E4-B455-4E2F-AB36-3EEBF641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84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0DA83-E140-4184-9A00-52DAB277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81462-078C-4CF4-8153-5F9C3C291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E80B54-E0CD-4E65-ACA4-880C2937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FD8152-E671-4F53-8385-9F930C1C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21663E-0361-46AC-81A4-C0282AB0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36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3F093-0AD7-49E3-B2D1-DDD35838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0B286D-2178-4B0D-BAF0-4A4B11799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1FD5AB-C39E-46B7-90DD-556C86A3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BF9FEF-B0A8-4882-B8DB-6B2E6771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046805-64E1-4A0E-BC9C-1170818F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51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44D37-F9DE-46BB-A9F1-3159BBEC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8268D7-C64C-46ED-914D-13CEAC2ED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D47D28-26F6-4AB3-A1E4-B3DC122E5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3D4B88-644C-4716-8F0A-6A6A80A2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0B7A13-C3A3-43E1-A550-8527FA2A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0EDF8E-500B-48B4-B1D6-4C06F57D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96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DF5C7-F07B-4512-AEA4-0F3A7BD4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1559D0-36AE-4787-8CAE-28A7EF2B3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B8D2D3-E9DA-4283-BA12-B2ED2753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4574F1-3D2B-453D-B5D5-095C3E6BB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0C1EB88-6CCE-4B77-9A49-BEE5E1846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BED16-963C-452C-877D-F5FFA001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BAC209E-AAA8-4C04-9003-CF8FD802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68BAF7-0587-4AB2-B725-2AC8A790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66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CEB89-1F06-4DEC-B5E8-C168E3D5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FEE6FC-EECB-43A8-9CB3-20118880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C9BCE2-79DD-49A2-945F-A512F517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92A927-E091-4EF3-9979-9904575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25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ACBC14-7A18-498B-96B1-F87E4698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8E99FE-2DE6-4CBE-B889-2F66F259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298499-EFBB-49E7-904F-830F1C7B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02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50C29-33F3-4E04-801C-44BDB163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E73B9C-97E9-4D92-BB27-0E0D3FF81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AA53CB-4F19-46E2-95F9-38DCFBD8A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F90D00-956E-4776-A4A8-13E22C38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539F9D-636E-4DA6-AFF2-3AF9E869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60A35A-DDE1-4167-B401-64B4DA0D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531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6BBBB-1D7E-45DC-9522-5F7EC8C9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317988-83BF-44D4-8A30-2D6BD8764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CE6D23-5E7F-4A87-8367-E3FB44E4D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1DCD62-8D14-4CEC-9D11-27A820B8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A7A0DD-CF47-436A-9171-9658FD0A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BBAAB6-92BC-49C0-8D81-F24C7C71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96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C5EC1-38F6-401C-9D80-D36934E7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727708-4402-4EA2-86BD-E2D8A426F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F1DB52-FBDF-4B7A-858A-DBF3FAD0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94F771-8A32-4039-8176-91960640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5DC5A5-8EDB-4E96-83AF-53EF5D56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243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4F6D68-0271-476F-8FC0-6DB6A9EEB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1C52A1-DBCA-4C20-A157-A8E857BE9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8DFDEB-EAE4-48FF-8FC1-466EE576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DB765-43C9-4208-9EE2-A56DFB77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FEAFC-9166-4A6D-9C2B-87E6F75D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81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A13BBE6-24D4-4E08-8E48-3CE5D5CA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5C7816-813E-4F91-9A3F-DF1A16EE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6974E-824C-43CF-9966-66C378AEC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1D4AE-B519-48D5-B08B-5FE2EE61F680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C9D14-65B7-4D99-860C-D69DA7C99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7CA41-8E59-46B8-8BF9-7B25A565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C71C1-7D04-4804-8FCA-6E5704F068F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C4A0A8-F8C9-47E0-A244-E2D1AF8EEE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8950" y="6705600"/>
            <a:ext cx="3984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283817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C0B0BA-7902-4A3C-BD79-823907C3B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800" dirty="0">
                <a:solidFill>
                  <a:srgbClr val="FFFFFF"/>
                </a:solidFill>
              </a:rPr>
              <a:t>DESIGN I – Princípios do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E895F5-661F-4BCD-AF21-DEEEBC810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Thiago Pinheiro</a:t>
            </a:r>
          </a:p>
          <a:p>
            <a:pPr algn="l"/>
            <a:r>
              <a:rPr lang="pt-BR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15763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88B190-921C-4CBB-ABC6-3B185AC0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1808207"/>
            <a:ext cx="3201366" cy="2501979"/>
          </a:xfrm>
        </p:spPr>
        <p:txBody>
          <a:bodyPr anchor="b"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Esta disciplina servirá a você?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53748-6D72-403B-84B4-236758A3B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1120480"/>
            <a:ext cx="6886510" cy="463731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dirty="0">
                <a:latin typeface="Bahnschrift SemiBold" panose="020B0502040204020203" pitchFamily="34" charset="0"/>
              </a:rPr>
              <a:t>Muitos têm a capacidade de olhar para uma página com design pobre e concluir que não gostam dela...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>
                <a:latin typeface="Amasis MT Pro Black" panose="020B0604020202020204" pitchFamily="18" charset="0"/>
              </a:rPr>
              <a:t>mas a maioria deles não saberia o que fazer para torná-la melhor!</a:t>
            </a:r>
          </a:p>
        </p:txBody>
      </p:sp>
    </p:spTree>
    <p:extLst>
      <p:ext uri="{BB962C8B-B14F-4D97-AF65-F5344CB8AC3E}">
        <p14:creationId xmlns:p14="http://schemas.microsoft.com/office/powerpoint/2010/main" val="137053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98354-2548-4427-BCD3-73F376BD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 disciplina servirá a você?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3E5B20-B4C6-4307-9F3B-EBE34E57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57"/>
            <a:ext cx="10515600" cy="4729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Gráficos para sua empresa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A1573B-617F-4892-B574-7D0F9BE87E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18" t="16029" r="4430" b="2435"/>
          <a:stretch/>
        </p:blipFill>
        <p:spPr>
          <a:xfrm>
            <a:off x="6173209" y="2433520"/>
            <a:ext cx="5103197" cy="39085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D4F24D-2BCD-480C-8DFA-7B7944B4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66" y="2363859"/>
            <a:ext cx="3994120" cy="38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9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198354-2548-4427-BCD3-73F376BD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 disciplina servirá a você?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3E5B20-B4C6-4307-9F3B-EBE34E57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42" y="4541263"/>
            <a:ext cx="4662957" cy="1395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Dashboards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608D25-2DC4-4674-AEA7-6E05A8F5D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26" y="1135817"/>
            <a:ext cx="6415607" cy="4843781"/>
          </a:xfrm>
          <a:prstGeom prst="rect">
            <a:avLst/>
          </a:prstGeom>
        </p:spPr>
      </p:pic>
      <p:sp>
        <p:nvSpPr>
          <p:cNvPr id="21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0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8085806-E3BD-4B8C-BB28-A2F596C3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17" y="255864"/>
            <a:ext cx="8426366" cy="634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9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3E5B20-B4C6-4307-9F3B-EBE34E57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566"/>
            <a:ext cx="10515600" cy="4729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Gráficos e dashboards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F954E8-886E-4338-8ED8-904399EE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5" y="666959"/>
            <a:ext cx="11938329" cy="552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3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032AA-5DE0-4FAE-877B-8AF4FCBE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pt-BR" sz="5200" dirty="0"/>
              <a:t>O princípio da </a:t>
            </a:r>
            <a:r>
              <a:rPr lang="pt-BR" sz="5200" dirty="0" err="1"/>
              <a:t>Iúca</a:t>
            </a:r>
            <a:endParaRPr lang="pt-BR" sz="5200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E83B777-6D7C-4DCA-9EFB-6D0283A96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54645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7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3F0DC-712F-4A39-BDB1-31FE52CA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134" y="2127908"/>
            <a:ext cx="4940744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300" dirty="0">
                <a:latin typeface="Amasis MT Pro Black" panose="02040A04050005020304" pitchFamily="18" charset="0"/>
              </a:rPr>
              <a:t>O </a:t>
            </a:r>
            <a:r>
              <a:rPr lang="en-US" sz="5300" dirty="0" err="1">
                <a:latin typeface="Amasis MT Pro Black" panose="02040A04050005020304" pitchFamily="18" charset="0"/>
              </a:rPr>
              <a:t>Princípio</a:t>
            </a:r>
            <a:r>
              <a:rPr lang="en-US" sz="5300" dirty="0">
                <a:latin typeface="Amasis MT Pro Black" panose="02040A04050005020304" pitchFamily="18" charset="0"/>
              </a:rPr>
              <a:t> da </a:t>
            </a:r>
            <a:r>
              <a:rPr lang="en-US" sz="5300" dirty="0" err="1">
                <a:latin typeface="Amasis MT Pro Black" panose="02040A04050005020304" pitchFamily="18" charset="0"/>
              </a:rPr>
              <a:t>Iúca</a:t>
            </a:r>
            <a:br>
              <a:rPr lang="en-US" sz="3800" dirty="0">
                <a:latin typeface="Amasis MT Pro Black" panose="02040A04050005020304" pitchFamily="18" charset="0"/>
              </a:rPr>
            </a:br>
            <a:br>
              <a:rPr lang="en-US" sz="3800" dirty="0">
                <a:latin typeface="Amasis MT Pro Black" panose="02040A04050005020304" pitchFamily="18" charset="0"/>
              </a:rPr>
            </a:br>
            <a:r>
              <a:rPr lang="en-US" sz="3800" dirty="0">
                <a:latin typeface="Amasis MT Pro Black" panose="02040A04050005020304" pitchFamily="18" charset="0"/>
              </a:rPr>
              <a:t>“A </a:t>
            </a:r>
            <a:r>
              <a:rPr lang="en-US" sz="3800" dirty="0" err="1">
                <a:latin typeface="Amasis MT Pro Black" panose="02040A04050005020304" pitchFamily="18" charset="0"/>
              </a:rPr>
              <a:t>importância</a:t>
            </a:r>
            <a:r>
              <a:rPr lang="en-US" sz="3800" dirty="0">
                <a:latin typeface="Amasis MT Pro Black" panose="02040A04050005020304" pitchFamily="18" charset="0"/>
              </a:rPr>
              <a:t> de se </a:t>
            </a:r>
            <a:r>
              <a:rPr lang="en-US" sz="3800" dirty="0" err="1">
                <a:latin typeface="Amasis MT Pro Black" panose="02040A04050005020304" pitchFamily="18" charset="0"/>
              </a:rPr>
              <a:t>dar</a:t>
            </a:r>
            <a:r>
              <a:rPr lang="en-US" sz="3800" dirty="0">
                <a:latin typeface="Amasis MT Pro Black" panose="02040A04050005020304" pitchFamily="18" charset="0"/>
              </a:rPr>
              <a:t> </a:t>
            </a:r>
            <a:r>
              <a:rPr lang="en-US" sz="3800" dirty="0" err="1">
                <a:latin typeface="Amasis MT Pro Black" panose="02040A04050005020304" pitchFamily="18" charset="0"/>
              </a:rPr>
              <a:t>nome</a:t>
            </a:r>
            <a:r>
              <a:rPr lang="en-US" sz="3800" dirty="0">
                <a:latin typeface="Amasis MT Pro Black" panose="02040A04050005020304" pitchFamily="18" charset="0"/>
              </a:rPr>
              <a:t> </a:t>
            </a:r>
            <a:r>
              <a:rPr lang="en-US" sz="3800" dirty="0" err="1">
                <a:latin typeface="Amasis MT Pro Black" panose="02040A04050005020304" pitchFamily="18" charset="0"/>
              </a:rPr>
              <a:t>às</a:t>
            </a:r>
            <a:r>
              <a:rPr lang="en-US" sz="3800" dirty="0">
                <a:latin typeface="Amasis MT Pro Black" panose="02040A04050005020304" pitchFamily="18" charset="0"/>
              </a:rPr>
              <a:t> </a:t>
            </a:r>
            <a:r>
              <a:rPr lang="en-US" sz="3800" dirty="0" err="1">
                <a:latin typeface="Amasis MT Pro Black" panose="02040A04050005020304" pitchFamily="18" charset="0"/>
              </a:rPr>
              <a:t>coisas</a:t>
            </a:r>
            <a:r>
              <a:rPr lang="en-US" sz="3800" dirty="0">
                <a:latin typeface="Amasis MT Pro Black" panose="02040A04050005020304" pitchFamily="18" charset="0"/>
              </a:rPr>
              <a:t>”</a:t>
            </a:r>
            <a:br>
              <a:rPr lang="en-US" sz="3800" dirty="0">
                <a:latin typeface="Amasis MT Pro Black" panose="02040A04050005020304" pitchFamily="18" charset="0"/>
              </a:rPr>
            </a:br>
            <a:r>
              <a:rPr lang="en-US" sz="3800" dirty="0">
                <a:latin typeface="Amasis MT Pro Black" panose="02040A04050005020304" pitchFamily="18" charset="0"/>
              </a:rPr>
              <a:t>(Robbin Williams)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 descr="Planta e árvore na floresta&#10;&#10;Descrição gerada automaticamente">
            <a:extLst>
              <a:ext uri="{FF2B5EF4-FFF2-40B4-BE49-F238E27FC236}">
                <a16:creationId xmlns:a16="http://schemas.microsoft.com/office/drawing/2014/main" id="{B485C9D3-FE78-4C55-88C2-83D199EE6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255" r="-1" b="8040"/>
          <a:stretch/>
        </p:blipFill>
        <p:spPr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05430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07CFB1-185B-4534-AA6E-6965BC2A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Ou, a importância de se dar nome às coisas...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C0826F-FB93-4D99-B842-7EB990C6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dirty="0"/>
              <a:t>Vamos aprender os nomes de alguns princípios do design e controlar a diagramação dos nossos websites!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Contraste</a:t>
            </a:r>
          </a:p>
          <a:p>
            <a:pPr lvl="1"/>
            <a:r>
              <a:rPr lang="pt-BR" dirty="0"/>
              <a:t>Repetição</a:t>
            </a:r>
          </a:p>
          <a:p>
            <a:pPr lvl="1"/>
            <a:r>
              <a:rPr lang="pt-BR" dirty="0"/>
              <a:t>Alinhamento</a:t>
            </a:r>
          </a:p>
          <a:p>
            <a:pPr lvl="1"/>
            <a:r>
              <a:rPr lang="pt-BR" dirty="0"/>
              <a:t>Proximidade</a:t>
            </a:r>
          </a:p>
          <a:p>
            <a:pPr lvl="1"/>
            <a:r>
              <a:rPr lang="pt-BR" dirty="0"/>
              <a:t>Alfabetismo visual</a:t>
            </a:r>
          </a:p>
        </p:txBody>
      </p:sp>
    </p:spTree>
    <p:extLst>
      <p:ext uri="{BB962C8B-B14F-4D97-AF65-F5344CB8AC3E}">
        <p14:creationId xmlns:p14="http://schemas.microsoft.com/office/powerpoint/2010/main" val="220504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3D86EB-3CF0-4834-941E-A201DC999B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9F095E-241C-4110-B0F8-1F1D0EA9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Conteúdo programático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1B8B969-15C9-47DE-8B77-D90511985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8836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337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2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26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011355-D47E-4320-8877-AC4E5618D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020" y="322223"/>
            <a:ext cx="9597707" cy="1241593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bg1"/>
                </a:solidFill>
              </a:rPr>
              <a:t>Princípios básicos do design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967B4-3D92-4599-B27B-A1B913ABD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98" y="2922611"/>
            <a:ext cx="7025753" cy="1012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6000" dirty="0">
                <a:solidFill>
                  <a:schemeClr val="bg1"/>
                </a:solidFill>
              </a:rPr>
              <a:t>CONTRASTE</a:t>
            </a:r>
          </a:p>
        </p:txBody>
      </p:sp>
    </p:spTree>
    <p:extLst>
      <p:ext uri="{BB962C8B-B14F-4D97-AF65-F5344CB8AC3E}">
        <p14:creationId xmlns:p14="http://schemas.microsoft.com/office/powerpoint/2010/main" val="380749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011355-D47E-4320-8877-AC4E5618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CONTRASTE</a:t>
            </a:r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967B4-3D92-4599-B27B-A1B913AB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/>
          </a:bodyPr>
          <a:lstStyle/>
          <a:p>
            <a:r>
              <a:rPr lang="pt-BR" sz="2700"/>
              <a:t>O </a:t>
            </a:r>
            <a:r>
              <a:rPr lang="pt-BR" sz="2700" b="1"/>
              <a:t>contraste</a:t>
            </a:r>
            <a:r>
              <a:rPr lang="pt-BR" sz="2700"/>
              <a:t> é o responsável por dar </a:t>
            </a:r>
            <a:r>
              <a:rPr lang="pt-BR" sz="2700" b="1"/>
              <a:t>relevância visual</a:t>
            </a:r>
            <a:r>
              <a:rPr lang="pt-BR" sz="2700"/>
              <a:t> ao que deve ser </a:t>
            </a:r>
            <a:r>
              <a:rPr lang="pt-BR" sz="2700" b="1"/>
              <a:t>atrativo</a:t>
            </a:r>
            <a:r>
              <a:rPr lang="pt-BR" sz="2700"/>
              <a:t>. </a:t>
            </a:r>
          </a:p>
          <a:p>
            <a:r>
              <a:rPr lang="pt-BR" sz="2700"/>
              <a:t>Ou seja, dar </a:t>
            </a:r>
            <a:r>
              <a:rPr lang="pt-BR" sz="2700" b="1"/>
              <a:t>destaque</a:t>
            </a:r>
            <a:r>
              <a:rPr lang="pt-BR" sz="2700"/>
              <a:t> a algumas áreas no </a:t>
            </a:r>
            <a:r>
              <a:rPr lang="pt-BR" sz="2700" i="1"/>
              <a:t>layout</a:t>
            </a:r>
            <a:r>
              <a:rPr lang="pt-BR" sz="2700"/>
              <a:t>. Isso além de atribuir um ritmo a arte, define o que possui maior relevância e possibilita o observador a compreender todo o enredo do </a:t>
            </a:r>
            <a:r>
              <a:rPr lang="pt-BR" sz="2700" i="1"/>
              <a:t>layout</a:t>
            </a:r>
            <a:r>
              <a:rPr lang="pt-BR" sz="2700"/>
              <a:t> com apenas uma passagem de olhar.</a:t>
            </a:r>
          </a:p>
          <a:p>
            <a:r>
              <a:rPr lang="pt-BR" sz="2700"/>
              <a:t>Acenda os holofotes para as áreas que devem atrair a atenção!</a:t>
            </a:r>
          </a:p>
        </p:txBody>
      </p:sp>
    </p:spTree>
    <p:extLst>
      <p:ext uri="{BB962C8B-B14F-4D97-AF65-F5344CB8AC3E}">
        <p14:creationId xmlns:p14="http://schemas.microsoft.com/office/powerpoint/2010/main" val="2157710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1409B5-BAE9-4B12-B668-95359DB7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CONTRASTE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8DD0A-5766-4A64-8A4C-B312A514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700" dirty="0"/>
              <a:t>Regras que devem ser lembradas: </a:t>
            </a:r>
          </a:p>
          <a:p>
            <a:pPr marL="0" indent="0">
              <a:buNone/>
            </a:pPr>
            <a:endParaRPr lang="pt-BR" sz="2700" dirty="0"/>
          </a:p>
          <a:p>
            <a:r>
              <a:rPr lang="pt-BR" sz="2700" dirty="0"/>
              <a:t>para que o contraste seja realmente eficaz, ele deve ser forte!</a:t>
            </a:r>
          </a:p>
          <a:p>
            <a:r>
              <a:rPr lang="pt-BR" sz="2700" dirty="0"/>
              <a:t>Se os elementos diferem um pouco, mas não muito, você não criou um contraste, e sim um conflito;</a:t>
            </a:r>
          </a:p>
          <a:p>
            <a:endParaRPr lang="pt-BR" sz="2700" dirty="0"/>
          </a:p>
        </p:txBody>
      </p:sp>
    </p:spTree>
    <p:extLst>
      <p:ext uri="{BB962C8B-B14F-4D97-AF65-F5344CB8AC3E}">
        <p14:creationId xmlns:p14="http://schemas.microsoft.com/office/powerpoint/2010/main" val="56436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1409B5-BAE9-4B12-B668-95359DB7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CONTRASTE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8DD0A-5766-4A64-8A4C-B312A514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t-BR" sz="2700" dirty="0"/>
              <a:t>Exemplos de como criar o contraste: </a:t>
            </a:r>
          </a:p>
          <a:p>
            <a:pPr marL="0" indent="0">
              <a:buNone/>
            </a:pPr>
            <a:endParaRPr lang="pt-BR" sz="2700" dirty="0"/>
          </a:p>
          <a:p>
            <a:r>
              <a:rPr lang="pt-BR" sz="3600" dirty="0"/>
              <a:t>LETRAS GRANDES </a:t>
            </a:r>
            <a:r>
              <a:rPr lang="pt-BR" sz="2700" dirty="0"/>
              <a:t>em contraste com </a:t>
            </a:r>
            <a:r>
              <a:rPr lang="pt-BR" sz="1600" dirty="0"/>
              <a:t>letras pequenas</a:t>
            </a:r>
            <a:r>
              <a:rPr lang="pt-BR" sz="2700" dirty="0"/>
              <a:t>;</a:t>
            </a:r>
          </a:p>
          <a:p>
            <a:endParaRPr lang="pt-BR" sz="2700" dirty="0"/>
          </a:p>
          <a:p>
            <a:r>
              <a:rPr lang="pt-BR" sz="2700" dirty="0">
                <a:latin typeface="Algerian" panose="020B0604020202020204" pitchFamily="82" charset="0"/>
              </a:rPr>
              <a:t>Fonte no estilo antigo </a:t>
            </a:r>
            <a:r>
              <a:rPr lang="pt-BR" sz="2700" dirty="0"/>
              <a:t>versus </a:t>
            </a:r>
            <a:r>
              <a:rPr lang="pt-BR" sz="2700" dirty="0">
                <a:latin typeface="72 Black" panose="020B0A04030603020204" pitchFamily="34" charset="0"/>
                <a:cs typeface="72 Black" panose="020B0A04030603020204" pitchFamily="34" charset="0"/>
              </a:rPr>
              <a:t>FONTE EM BOLD</a:t>
            </a:r>
            <a:r>
              <a:rPr lang="pt-BR" sz="2700" dirty="0"/>
              <a:t>;</a:t>
            </a:r>
          </a:p>
          <a:p>
            <a:endParaRPr lang="pt-BR" sz="2700" dirty="0"/>
          </a:p>
          <a:p>
            <a:r>
              <a:rPr lang="pt-BR" sz="2700" dirty="0"/>
              <a:t>Elementos horizontais combinados com elementos verticais.</a:t>
            </a:r>
          </a:p>
          <a:p>
            <a:endParaRPr lang="pt-BR" sz="2700" dirty="0"/>
          </a:p>
        </p:txBody>
      </p:sp>
    </p:spTree>
    <p:extLst>
      <p:ext uri="{BB962C8B-B14F-4D97-AF65-F5344CB8AC3E}">
        <p14:creationId xmlns:p14="http://schemas.microsoft.com/office/powerpoint/2010/main" val="265395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5548BC6-DEB1-4DF0-8738-23895A358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62" y="229474"/>
            <a:ext cx="4556707" cy="63317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B94C795-2416-46A0-8664-459A14709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328" y="263148"/>
            <a:ext cx="4580942" cy="633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34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1409B5-BAE9-4B12-B668-95359DB7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CONTRASTE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0" y="2480956"/>
            <a:ext cx="11264206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8DD0A-5766-4A64-8A4C-B312A514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56" y="2798385"/>
            <a:ext cx="10597729" cy="3283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700" dirty="0"/>
              <a:t>RESUMINDO: </a:t>
            </a:r>
          </a:p>
          <a:p>
            <a:pPr marL="0" indent="0">
              <a:buNone/>
            </a:pPr>
            <a:endParaRPr lang="pt-BR" sz="2700" dirty="0"/>
          </a:p>
          <a:p>
            <a:r>
              <a:rPr lang="pt-BR" sz="2700" dirty="0"/>
              <a:t>O propósito básico é criar interesse sobre uma página;</a:t>
            </a:r>
          </a:p>
          <a:p>
            <a:r>
              <a:rPr lang="pt-BR" sz="2700" dirty="0"/>
              <a:t>Se ela tiver uma aparência interessante, atrairá a leitura;</a:t>
            </a:r>
          </a:p>
          <a:p>
            <a:r>
              <a:rPr lang="pt-BR" sz="2700" dirty="0"/>
              <a:t>O leitor precisa compreender o fluxo lógico entre os itens;</a:t>
            </a:r>
          </a:p>
          <a:p>
            <a:r>
              <a:rPr lang="pt-BR" sz="2700" dirty="0"/>
              <a:t>Nunca confundir o leitor!</a:t>
            </a:r>
          </a:p>
        </p:txBody>
      </p:sp>
    </p:spTree>
    <p:extLst>
      <p:ext uri="{BB962C8B-B14F-4D97-AF65-F5344CB8AC3E}">
        <p14:creationId xmlns:p14="http://schemas.microsoft.com/office/powerpoint/2010/main" val="349255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5A5BE3-E4BA-4DDC-93EC-8726D1E23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99" y="292371"/>
            <a:ext cx="5271601" cy="597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2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E985B2-2CD6-4087-8C2D-5D0AB9DB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Princípios básicos do design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4900CD-6003-4724-B89D-59DC57DA7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6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REPETIÇÃO</a:t>
            </a:r>
          </a:p>
        </p:txBody>
      </p:sp>
    </p:spTree>
    <p:extLst>
      <p:ext uri="{BB962C8B-B14F-4D97-AF65-F5344CB8AC3E}">
        <p14:creationId xmlns:p14="http://schemas.microsoft.com/office/powerpoint/2010/main" val="396957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AB113-2CB3-4255-9FF5-5B56266E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REPETIÇÃO</a:t>
            </a:r>
            <a:endParaRPr lang="pt-BR" dirty="0"/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C138D21C-1BF4-6B08-9398-F415D49C7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8868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34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60F2F-1174-449A-B5D0-4546FBC8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REPETIÇÃO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D5E457-7D31-46E5-A20B-ECCE9D4AA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31" y="2297256"/>
            <a:ext cx="5078768" cy="30472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0059B48-6606-4388-AB30-1C3396F1C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10" y="2340844"/>
            <a:ext cx="5098302" cy="298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8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60F2F-1174-449A-B5D0-4546FBC8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REPETIÇÃO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47D31D-4ED3-44F2-8556-E78A8C80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137" y="1690688"/>
            <a:ext cx="7459726" cy="458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7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AFDA06-579A-4096-84A1-2D6BB646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86" y="594539"/>
            <a:ext cx="5323715" cy="8226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REPETIÇÃO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5DE439-B0FE-438C-A83C-7551794C6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425" y="2239348"/>
            <a:ext cx="5629688" cy="37016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Alinhamento</a:t>
            </a:r>
            <a:r>
              <a:rPr lang="en-US" dirty="0"/>
              <a:t> </a:t>
            </a:r>
            <a:r>
              <a:rPr lang="en-US" dirty="0" err="1"/>
              <a:t>consistente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páginas</a:t>
            </a:r>
            <a:endParaRPr lang="en-US" dirty="0"/>
          </a:p>
          <a:p>
            <a:r>
              <a:rPr lang="en-US" dirty="0"/>
              <a:t>Fonte </a:t>
            </a:r>
            <a:r>
              <a:rPr lang="en-US" dirty="0" err="1"/>
              <a:t>consistente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títulos</a:t>
            </a:r>
            <a:r>
              <a:rPr lang="en-US" dirty="0"/>
              <a:t> e </a:t>
            </a:r>
            <a:r>
              <a:rPr lang="en-US" dirty="0" err="1"/>
              <a:t>subtítulos</a:t>
            </a:r>
            <a:endParaRPr lang="en-US" dirty="0"/>
          </a:p>
          <a:p>
            <a:r>
              <a:rPr lang="en-US" dirty="0" err="1"/>
              <a:t>Números</a:t>
            </a:r>
            <a:r>
              <a:rPr lang="en-US" dirty="0"/>
              <a:t> de </a:t>
            </a:r>
            <a:r>
              <a:rPr lang="en-US" dirty="0" err="1"/>
              <a:t>página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localização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documento</a:t>
            </a:r>
            <a:endParaRPr lang="en-US" dirty="0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B640BD3-D097-44E1-B860-C9128F1D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710" y="909081"/>
            <a:ext cx="3715043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39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BAAA36-6ABD-43B5-9E9C-FFF9A057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89D0CB-B8F6-4DAE-83E1-3406933F1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pt-BR" sz="2000" dirty="0"/>
              <a:t>A repetição ajuda a organizar as informações</a:t>
            </a:r>
          </a:p>
          <a:p>
            <a:endParaRPr lang="pt-BR" sz="2000" dirty="0"/>
          </a:p>
          <a:p>
            <a:r>
              <a:rPr lang="pt-BR" sz="2000" dirty="0"/>
              <a:t>Ajuda o leitor a unificar partes distintas da diagramação do material, mesmo que tenha apenas uma página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5A13C3-6D55-4608-83B6-9A6039B67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pt-BR" sz="2000" dirty="0"/>
              <a:t>É extremamente importante usar a repetição quando você criar vários documentos que façam parte de um pacote unificado.</a:t>
            </a:r>
          </a:p>
          <a:p>
            <a:endParaRPr lang="pt-BR" sz="2000" dirty="0"/>
          </a:p>
          <a:p>
            <a:r>
              <a:rPr lang="pt-BR" sz="2000" dirty="0"/>
              <a:t>Exemplo: Portal web de uma empresa, identidade visual de publicações.</a:t>
            </a:r>
          </a:p>
        </p:txBody>
      </p:sp>
    </p:spTree>
    <p:extLst>
      <p:ext uri="{BB962C8B-B14F-4D97-AF65-F5344CB8AC3E}">
        <p14:creationId xmlns:p14="http://schemas.microsoft.com/office/powerpoint/2010/main" val="63743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136665-AE65-4B07-947A-70A0C12B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3700">
                <a:solidFill>
                  <a:srgbClr val="FFFFFF"/>
                </a:solidFill>
              </a:rPr>
              <a:t>ALINHAMENTO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FBCF4-BCF1-4472-8AD4-0F4A6956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dirty="0"/>
              <a:t>Nada deve ser colocado arbitrariamente em uma página;</a:t>
            </a:r>
          </a:p>
          <a:p>
            <a:r>
              <a:rPr lang="pt-BR" dirty="0"/>
              <a:t>Cada item deve ter conexão visual com outro objeto na página;</a:t>
            </a:r>
          </a:p>
          <a:p>
            <a:r>
              <a:rPr lang="pt-BR" dirty="0"/>
              <a:t>Mesmo que os elementos estejam separados, há uma linha invisível conectando-os;</a:t>
            </a:r>
          </a:p>
          <a:p>
            <a:r>
              <a:rPr lang="pt-BR" dirty="0"/>
              <a:t>Complementa o princípio da proximidade, o alinhamento informa ao leitor que os itens fazem parte do mesmo material.</a:t>
            </a:r>
          </a:p>
        </p:txBody>
      </p:sp>
    </p:spTree>
    <p:extLst>
      <p:ext uri="{BB962C8B-B14F-4D97-AF65-F5344CB8AC3E}">
        <p14:creationId xmlns:p14="http://schemas.microsoft.com/office/powerpoint/2010/main" val="1840726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505C23-674B-4195-81D6-0C127FEA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908"/>
            <a:ext cx="9161029" cy="1490093"/>
          </a:xfrm>
          <a:custGeom>
            <a:avLst/>
            <a:gdLst>
              <a:gd name="connsiteX0" fmla="*/ 0 w 9161029"/>
              <a:gd name="connsiteY0" fmla="*/ 0 h 1490093"/>
              <a:gd name="connsiteX1" fmla="*/ 2046494 w 9161029"/>
              <a:gd name="connsiteY1" fmla="*/ 0 h 1490093"/>
              <a:gd name="connsiteX2" fmla="*/ 2496613 w 9161029"/>
              <a:gd name="connsiteY2" fmla="*/ 0 h 1490093"/>
              <a:gd name="connsiteX3" fmla="*/ 3235839 w 9161029"/>
              <a:gd name="connsiteY3" fmla="*/ 0 h 1490093"/>
              <a:gd name="connsiteX4" fmla="*/ 9161029 w 9161029"/>
              <a:gd name="connsiteY4" fmla="*/ 0 h 1490093"/>
              <a:gd name="connsiteX5" fmla="*/ 8470921 w 9161029"/>
              <a:gd name="connsiteY5" fmla="*/ 1490093 h 1490093"/>
              <a:gd name="connsiteX6" fmla="*/ 0 w 9161029"/>
              <a:gd name="connsiteY6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1029" h="1490093">
                <a:moveTo>
                  <a:pt x="0" y="0"/>
                </a:moveTo>
                <a:lnTo>
                  <a:pt x="2046494" y="0"/>
                </a:lnTo>
                <a:lnTo>
                  <a:pt x="2496613" y="0"/>
                </a:lnTo>
                <a:lnTo>
                  <a:pt x="3235839" y="0"/>
                </a:lnTo>
                <a:lnTo>
                  <a:pt x="9161029" y="0"/>
                </a:lnTo>
                <a:lnTo>
                  <a:pt x="8470921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C9B8F0-FF66-4C15-BD05-E86B87331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3037" y="5367908"/>
            <a:ext cx="3428963" cy="1490093"/>
          </a:xfrm>
          <a:custGeom>
            <a:avLst/>
            <a:gdLst>
              <a:gd name="connsiteX0" fmla="*/ 690108 w 3428963"/>
              <a:gd name="connsiteY0" fmla="*/ 0 h 1490093"/>
              <a:gd name="connsiteX1" fmla="*/ 3428963 w 3428963"/>
              <a:gd name="connsiteY1" fmla="*/ 0 h 1490093"/>
              <a:gd name="connsiteX2" fmla="*/ 3428963 w 3428963"/>
              <a:gd name="connsiteY2" fmla="*/ 1490093 h 1490093"/>
              <a:gd name="connsiteX3" fmla="*/ 0 w 3428963"/>
              <a:gd name="connsiteY3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8963" h="1490093">
                <a:moveTo>
                  <a:pt x="690108" y="0"/>
                </a:moveTo>
                <a:lnTo>
                  <a:pt x="3428963" y="0"/>
                </a:lnTo>
                <a:lnTo>
                  <a:pt x="3428963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1A3E02-7B3A-4E99-88DA-CA5FEDBB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66750"/>
            <a:ext cx="6348413" cy="40338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CDBA37-9FAF-46F8-A1E6-C428A971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0" y="666750"/>
            <a:ext cx="4095750" cy="40338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C6DB71-10B7-466A-A48F-865C4462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9884"/>
            <a:ext cx="7719381" cy="1096331"/>
          </a:xfrm>
        </p:spPr>
        <p:txBody>
          <a:bodyPr>
            <a:normAutofit/>
          </a:bodyPr>
          <a:lstStyle/>
          <a:p>
            <a:r>
              <a:rPr lang="pt-BR"/>
              <a:t>ALINHAMENTO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78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C598A69-FFFE-4C09-8FE9-D660337B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485804"/>
            <a:ext cx="5533524" cy="3510776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DEB1EA-DEEF-49AE-8684-B2C594914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86" y="1540243"/>
            <a:ext cx="5192217" cy="140189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B6121AA-FB9C-49D8-9295-014C895AF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4157449"/>
            <a:ext cx="3122867" cy="221684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BDCE04B-1D8B-4002-8F4B-98DA7C37E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66" y="4717915"/>
            <a:ext cx="2774261" cy="108889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C188CD4-9C38-4BEB-8E94-633B1B48B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60883" y="4132885"/>
            <a:ext cx="2288736" cy="2274541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8BD155-F3B5-4CE9-AB1C-08C964CDC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0BFE3EE-C76E-47F5-B180-EAA1069F7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66" y="635943"/>
            <a:ext cx="4194822" cy="558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99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CA2CFB-4BDA-47E6-8AB5-C927839A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200" dirty="0"/>
              <a:t>PROXIMIDADE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9768E68-2B50-498F-A45E-6B81313593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10072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0673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72D8B9-C436-454B-81D5-2B1B4366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PROXIMIDADE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4B69FE-8C5C-4D44-B641-814AC0852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214461"/>
            <a:ext cx="7608304" cy="45000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92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E6D937-7B58-4632-A097-F9791B5A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PROXIMIDADE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7F194D-F19B-4707-8404-7CAE9A28D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263922"/>
            <a:ext cx="7608304" cy="440111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78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49FAC8-39F3-43A0-9540-A9B1A59D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PROXIMIDADE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9FE89F-0083-428C-8653-F2334085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249255"/>
            <a:ext cx="7608304" cy="44304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02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6664EC9-9F22-4C0E-9159-D30E787A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63" y="650497"/>
            <a:ext cx="3885818" cy="55710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125276-85DE-4C3E-87CE-0207141CE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053" y="643467"/>
            <a:ext cx="38997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89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4925F3-94CD-41D5-9478-0E22D9BA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pt-BR" sz="5400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5C36A1-3452-46F0-A3D0-888E1EB5D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400" b="1" i="1" dirty="0"/>
              <a:t>Design para quem não é designer</a:t>
            </a:r>
          </a:p>
          <a:p>
            <a:pPr marL="0" indent="0">
              <a:buNone/>
            </a:pPr>
            <a:r>
              <a:rPr lang="pt-BR" sz="2000" dirty="0"/>
              <a:t>Robin Williams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400" b="1" i="1" dirty="0"/>
              <a:t>Sintaxe da Linguagem Visual</a:t>
            </a:r>
          </a:p>
          <a:p>
            <a:pPr marL="0" indent="0">
              <a:buNone/>
            </a:pPr>
            <a:r>
              <a:rPr lang="pt-BR" sz="2000" dirty="0" err="1"/>
              <a:t>Donis</a:t>
            </a:r>
            <a:r>
              <a:rPr lang="pt-BR" sz="2000" dirty="0"/>
              <a:t> A. </a:t>
            </a:r>
            <a:r>
              <a:rPr lang="pt-BR" sz="2000" dirty="0" err="1"/>
              <a:t>Dondi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5202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TM03457475[[fn=Quadro]]</Template>
  <TotalTime>340</TotalTime>
  <Words>669</Words>
  <Application>Microsoft Office PowerPoint</Application>
  <PresentationFormat>Widescreen</PresentationFormat>
  <Paragraphs>112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72 Black</vt:lpstr>
      <vt:lpstr>Algerian</vt:lpstr>
      <vt:lpstr>Amasis MT Pro Black</vt:lpstr>
      <vt:lpstr>Arial</vt:lpstr>
      <vt:lpstr>Bahnschrift SemiBold</vt:lpstr>
      <vt:lpstr>Calibri</vt:lpstr>
      <vt:lpstr>Calibri Light</vt:lpstr>
      <vt:lpstr>Tema do Office</vt:lpstr>
      <vt:lpstr>DESIGN I – Princípios do Design</vt:lpstr>
      <vt:lpstr>Esta disciplina servirá a você?</vt:lpstr>
      <vt:lpstr>Esta disciplina servirá a você?</vt:lpstr>
      <vt:lpstr>Esta disciplina servirá a você?</vt:lpstr>
      <vt:lpstr>Apresentação do PowerPoint</vt:lpstr>
      <vt:lpstr>Apresentação do PowerPoint</vt:lpstr>
      <vt:lpstr>O princípio da Iúca</vt:lpstr>
      <vt:lpstr>O Princípio da Iúca  “A importância de se dar nome às coisas” (Robbin Williams)</vt:lpstr>
      <vt:lpstr>Ou, a importância de se dar nome às coisas...</vt:lpstr>
      <vt:lpstr>Conteúdo programático</vt:lpstr>
      <vt:lpstr>Princípios básicos do design</vt:lpstr>
      <vt:lpstr>CONTRASTE</vt:lpstr>
      <vt:lpstr>CONTRASTE</vt:lpstr>
      <vt:lpstr>CONTRASTE</vt:lpstr>
      <vt:lpstr>Apresentação do PowerPoint</vt:lpstr>
      <vt:lpstr>CONTRASTE</vt:lpstr>
      <vt:lpstr>Apresentação do PowerPoint</vt:lpstr>
      <vt:lpstr>Princípios básicos do design</vt:lpstr>
      <vt:lpstr>REPETIÇÃO</vt:lpstr>
      <vt:lpstr>EXEMPLO DE REPETIÇÃO</vt:lpstr>
      <vt:lpstr>EXEMPLO DE REPETIÇÃO</vt:lpstr>
      <vt:lpstr>REPETIÇÃO</vt:lpstr>
      <vt:lpstr>REPETIÇÃO</vt:lpstr>
      <vt:lpstr>ALINHAMENTO</vt:lpstr>
      <vt:lpstr>ALINHAMENTO</vt:lpstr>
      <vt:lpstr>Apresentação do PowerPoint</vt:lpstr>
      <vt:lpstr>PROXIMIDADE</vt:lpstr>
      <vt:lpstr>PROXIMIDADE</vt:lpstr>
      <vt:lpstr>PROXIMIDADE</vt:lpstr>
      <vt:lpstr>PROXIMIDADE</vt:lpstr>
      <vt:lpstr>Apresentação do PowerPoint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II</dc:title>
  <dc:creator>Thiago Soares Pinheiro</dc:creator>
  <cp:lastModifiedBy>Thiago Soares Pinheiro</cp:lastModifiedBy>
  <cp:revision>17</cp:revision>
  <dcterms:created xsi:type="dcterms:W3CDTF">2021-10-04T13:31:47Z</dcterms:created>
  <dcterms:modified xsi:type="dcterms:W3CDTF">2026-10-20T14:35:53Z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deaceb-9851-4663-bccf-596767454be3_Enabled">
    <vt:lpwstr>true</vt:lpwstr>
  </property>
  <property fmtid="{D5CDD505-2E9C-101B-9397-08002B2CF9AE}" pid="3" name="MSIP_Label_22deaceb-9851-4663-bccf-596767454be3_SetDate">
    <vt:lpwstr>2021-10-04T13:31:47Z</vt:lpwstr>
  </property>
  <property fmtid="{D5CDD505-2E9C-101B-9397-08002B2CF9AE}" pid="4" name="MSIP_Label_22deaceb-9851-4663-bccf-596767454be3_Method">
    <vt:lpwstr>Standard</vt:lpwstr>
  </property>
  <property fmtid="{D5CDD505-2E9C-101B-9397-08002B2CF9AE}" pid="5" name="MSIP_Label_22deaceb-9851-4663-bccf-596767454be3_Name">
    <vt:lpwstr>22deaceb-9851-4663-bccf-596767454be3</vt:lpwstr>
  </property>
  <property fmtid="{D5CDD505-2E9C-101B-9397-08002B2CF9AE}" pid="6" name="MSIP_Label_22deaceb-9851-4663-bccf-596767454be3_SiteId">
    <vt:lpwstr>809f94a6-0477-4390-b86e-eab14c5493a7</vt:lpwstr>
  </property>
  <property fmtid="{D5CDD505-2E9C-101B-9397-08002B2CF9AE}" pid="7" name="MSIP_Label_22deaceb-9851-4663-bccf-596767454be3_ActionId">
    <vt:lpwstr>8e46fab5-3357-46ef-aeb5-6647b0b6ab60</vt:lpwstr>
  </property>
  <property fmtid="{D5CDD505-2E9C-101B-9397-08002B2CF9AE}" pid="8" name="MSIP_Label_22deaceb-9851-4663-bccf-596767454be3_ContentBits">
    <vt:lpwstr>2</vt:lpwstr>
  </property>
  <property fmtid="{D5CDD505-2E9C-101B-9397-08002B2CF9AE}" pid="9" name="ClassificationContentMarkingFooterLocations">
    <vt:lpwstr>Tema do Office:8</vt:lpwstr>
  </property>
  <property fmtid="{D5CDD505-2E9C-101B-9397-08002B2CF9AE}" pid="10" name="ClassificationContentMarkingFooterText">
    <vt:lpwstr>Pública</vt:lpwstr>
  </property>
</Properties>
</file>